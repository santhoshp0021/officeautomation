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64" r:id="rId3"/>
    <p:sldMasterId id="2147483666" r:id="rId4"/>
    <p:sldMasterId id="2147483668" r:id="rId5"/>
    <p:sldMasterId id="2147483670" r:id="rId6"/>
    <p:sldMasterId id="2147483672" r:id="rId7"/>
    <p:sldMasterId id="2147483686" r:id="rId8"/>
    <p:sldMasterId id="2147483688" r:id="rId9"/>
    <p:sldMasterId id="2147483690" r:id="rId10"/>
    <p:sldMasterId id="2147483724" r:id="rId11"/>
    <p:sldMasterId id="2147483726" r:id="rId12"/>
  </p:sldMasterIdLst>
  <p:sldIdLst>
    <p:sldId id="256" r:id="rId13"/>
    <p:sldId id="257" r:id="rId14"/>
    <p:sldId id="258" r:id="rId15"/>
    <p:sldId id="259" r:id="rId16"/>
    <p:sldId id="281" r:id="rId17"/>
    <p:sldId id="282" r:id="rId18"/>
    <p:sldId id="283" r:id="rId19"/>
    <p:sldId id="262" r:id="rId20"/>
    <p:sldId id="263" r:id="rId21"/>
    <p:sldId id="264" r:id="rId22"/>
    <p:sldId id="265" r:id="rId23"/>
    <p:sldId id="266" r:id="rId24"/>
    <p:sldId id="268" r:id="rId25"/>
    <p:sldId id="269" r:id="rId26"/>
    <p:sldId id="270" r:id="rId27"/>
    <p:sldId id="284" r:id="rId28"/>
    <p:sldId id="272" r:id="rId29"/>
    <p:sldId id="273" r:id="rId30"/>
    <p:sldId id="274" r:id="rId31"/>
    <p:sldId id="275" r:id="rId32"/>
    <p:sldId id="276" r:id="rId33"/>
    <p:sldId id="277" r:id="rId34"/>
    <p:sldId id="278" r:id="rId35"/>
    <p:sldId id="279" r:id="rId3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F58DCC-B88F-4BAF-9ED5-41BEFDBB9862}" v="5" dt="2025-06-03T18:40:56.7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theme" Target="theme/theme1.xml"/><Relationship Id="rId21" Type="http://schemas.openxmlformats.org/officeDocument/2006/relationships/slide" Target="slides/slide9.xml"/><Relationship Id="rId34" Type="http://schemas.openxmlformats.org/officeDocument/2006/relationships/slide" Target="slides/slide22.xml"/><Relationship Id="rId42" Type="http://schemas.microsoft.com/office/2015/10/relationships/revisionInfo" Target="revisionInfo.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slide" Target="slides/slide17.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10" Type="http://schemas.openxmlformats.org/officeDocument/2006/relationships/slideMaster" Target="slideMasters/slideMaster10.xml"/><Relationship Id="rId19" Type="http://schemas.openxmlformats.org/officeDocument/2006/relationships/slide" Target="slides/slide7.xml"/><Relationship Id="rId31" Type="http://schemas.openxmlformats.org/officeDocument/2006/relationships/slide" Target="slides/slide19.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ZHVENDHAN K M" userId="dd3c863f6fdb5820" providerId="LiveId" clId="{C1F58DCC-B88F-4BAF-9ED5-41BEFDBB9862}"/>
    <pc:docChg chg="undo custSel addSld delSld modSld delMainMaster">
      <pc:chgData name="YAZHVENDHAN K M" userId="dd3c863f6fdb5820" providerId="LiveId" clId="{C1F58DCC-B88F-4BAF-9ED5-41BEFDBB9862}" dt="2025-06-03T18:50:16.461" v="866" actId="47"/>
      <pc:docMkLst>
        <pc:docMk/>
      </pc:docMkLst>
      <pc:sldChg chg="delSp modSp mod">
        <pc:chgData name="YAZHVENDHAN K M" userId="dd3c863f6fdb5820" providerId="LiveId" clId="{C1F58DCC-B88F-4BAF-9ED5-41BEFDBB9862}" dt="2025-06-03T18:01:35.847" v="62" actId="1076"/>
        <pc:sldMkLst>
          <pc:docMk/>
          <pc:sldMk cId="0" sldId="263"/>
        </pc:sldMkLst>
        <pc:spChg chg="mod">
          <ac:chgData name="YAZHVENDHAN K M" userId="dd3c863f6fdb5820" providerId="LiveId" clId="{C1F58DCC-B88F-4BAF-9ED5-41BEFDBB9862}" dt="2025-06-03T18:01:31.187" v="61" actId="1076"/>
          <ac:spMkLst>
            <pc:docMk/>
            <pc:sldMk cId="0" sldId="263"/>
            <ac:spMk id="304" creationId="{00000000-0000-0000-0000-000000000000}"/>
          </ac:spMkLst>
        </pc:spChg>
        <pc:spChg chg="mod">
          <ac:chgData name="YAZHVENDHAN K M" userId="dd3c863f6fdb5820" providerId="LiveId" clId="{C1F58DCC-B88F-4BAF-9ED5-41BEFDBB9862}" dt="2025-06-03T18:01:35.847" v="62" actId="1076"/>
          <ac:spMkLst>
            <pc:docMk/>
            <pc:sldMk cId="0" sldId="263"/>
            <ac:spMk id="305" creationId="{00000000-0000-0000-0000-000000000000}"/>
          </ac:spMkLst>
        </pc:spChg>
        <pc:picChg chg="del">
          <ac:chgData name="YAZHVENDHAN K M" userId="dd3c863f6fdb5820" providerId="LiveId" clId="{C1F58DCC-B88F-4BAF-9ED5-41BEFDBB9862}" dt="2025-06-03T17:55:05.212" v="0" actId="478"/>
          <ac:picMkLst>
            <pc:docMk/>
            <pc:sldMk cId="0" sldId="263"/>
            <ac:picMk id="306" creationId="{00000000-0000-0000-0000-000000000000}"/>
          </ac:picMkLst>
        </pc:picChg>
      </pc:sldChg>
      <pc:sldChg chg="modSp mod">
        <pc:chgData name="YAZHVENDHAN K M" userId="dd3c863f6fdb5820" providerId="LiveId" clId="{C1F58DCC-B88F-4BAF-9ED5-41BEFDBB9862}" dt="2025-06-03T18:01:47.296" v="64" actId="1076"/>
        <pc:sldMkLst>
          <pc:docMk/>
          <pc:sldMk cId="0" sldId="264"/>
        </pc:sldMkLst>
        <pc:spChg chg="mod">
          <ac:chgData name="YAZHVENDHAN K M" userId="dd3c863f6fdb5820" providerId="LiveId" clId="{C1F58DCC-B88F-4BAF-9ED5-41BEFDBB9862}" dt="2025-06-03T18:01:47.296" v="64" actId="1076"/>
          <ac:spMkLst>
            <pc:docMk/>
            <pc:sldMk cId="0" sldId="264"/>
            <ac:spMk id="307" creationId="{00000000-0000-0000-0000-000000000000}"/>
          </ac:spMkLst>
        </pc:spChg>
        <pc:spChg chg="mod">
          <ac:chgData name="YAZHVENDHAN K M" userId="dd3c863f6fdb5820" providerId="LiveId" clId="{C1F58DCC-B88F-4BAF-9ED5-41BEFDBB9862}" dt="2025-06-03T17:58:54.294" v="36" actId="1076"/>
          <ac:spMkLst>
            <pc:docMk/>
            <pc:sldMk cId="0" sldId="264"/>
            <ac:spMk id="308" creationId="{00000000-0000-0000-0000-000000000000}"/>
          </ac:spMkLst>
        </pc:spChg>
      </pc:sldChg>
      <pc:sldChg chg="modSp mod">
        <pc:chgData name="YAZHVENDHAN K M" userId="dd3c863f6fdb5820" providerId="LiveId" clId="{C1F58DCC-B88F-4BAF-9ED5-41BEFDBB9862}" dt="2025-06-03T18:01:16.812" v="60" actId="1076"/>
        <pc:sldMkLst>
          <pc:docMk/>
          <pc:sldMk cId="0" sldId="265"/>
        </pc:sldMkLst>
        <pc:spChg chg="mod">
          <ac:chgData name="YAZHVENDHAN K M" userId="dd3c863f6fdb5820" providerId="LiveId" clId="{C1F58DCC-B88F-4BAF-9ED5-41BEFDBB9862}" dt="2025-06-03T18:01:04.696" v="59" actId="1076"/>
          <ac:spMkLst>
            <pc:docMk/>
            <pc:sldMk cId="0" sldId="265"/>
            <ac:spMk id="309" creationId="{00000000-0000-0000-0000-000000000000}"/>
          </ac:spMkLst>
        </pc:spChg>
        <pc:spChg chg="mod">
          <ac:chgData name="YAZHVENDHAN K M" userId="dd3c863f6fdb5820" providerId="LiveId" clId="{C1F58DCC-B88F-4BAF-9ED5-41BEFDBB9862}" dt="2025-06-03T18:01:16.812" v="60" actId="1076"/>
          <ac:spMkLst>
            <pc:docMk/>
            <pc:sldMk cId="0" sldId="265"/>
            <ac:spMk id="310" creationId="{00000000-0000-0000-0000-000000000000}"/>
          </ac:spMkLst>
        </pc:spChg>
      </pc:sldChg>
      <pc:sldChg chg="addSp delSp modSp mod">
        <pc:chgData name="YAZHVENDHAN K M" userId="dd3c863f6fdb5820" providerId="LiveId" clId="{C1F58DCC-B88F-4BAF-9ED5-41BEFDBB9862}" dt="2025-06-03T18:10:46.645" v="260" actId="1035"/>
        <pc:sldMkLst>
          <pc:docMk/>
          <pc:sldMk cId="0" sldId="266"/>
        </pc:sldMkLst>
        <pc:spChg chg="add mod">
          <ac:chgData name="YAZHVENDHAN K M" userId="dd3c863f6fdb5820" providerId="LiveId" clId="{C1F58DCC-B88F-4BAF-9ED5-41BEFDBB9862}" dt="2025-06-03T18:10:46.645" v="260" actId="1035"/>
          <ac:spMkLst>
            <pc:docMk/>
            <pc:sldMk cId="0" sldId="266"/>
            <ac:spMk id="2" creationId="{8EE6E2DA-1956-2C25-EB00-06B46E0EB23B}"/>
          </ac:spMkLst>
        </pc:spChg>
        <pc:spChg chg="mod">
          <ac:chgData name="YAZHVENDHAN K M" userId="dd3c863f6fdb5820" providerId="LiveId" clId="{C1F58DCC-B88F-4BAF-9ED5-41BEFDBB9862}" dt="2025-06-03T18:09:00.747" v="237" actId="255"/>
          <ac:spMkLst>
            <pc:docMk/>
            <pc:sldMk cId="0" sldId="266"/>
            <ac:spMk id="3" creationId="{C74FCCE3-4030-1F25-B80F-C5A0BEA33B7A}"/>
          </ac:spMkLst>
        </pc:spChg>
        <pc:spChg chg="add mod">
          <ac:chgData name="YAZHVENDHAN K M" userId="dd3c863f6fdb5820" providerId="LiveId" clId="{C1F58DCC-B88F-4BAF-9ED5-41BEFDBB9862}" dt="2025-06-03T18:10:46.645" v="260" actId="1035"/>
          <ac:spMkLst>
            <pc:docMk/>
            <pc:sldMk cId="0" sldId="266"/>
            <ac:spMk id="4" creationId="{3AABF606-1783-1281-B37C-893DB147DA7E}"/>
          </ac:spMkLst>
        </pc:spChg>
        <pc:spChg chg="add mod">
          <ac:chgData name="YAZHVENDHAN K M" userId="dd3c863f6fdb5820" providerId="LiveId" clId="{C1F58DCC-B88F-4BAF-9ED5-41BEFDBB9862}" dt="2025-06-03T18:10:46.645" v="260" actId="1035"/>
          <ac:spMkLst>
            <pc:docMk/>
            <pc:sldMk cId="0" sldId="266"/>
            <ac:spMk id="5" creationId="{C821B60A-2DAF-09D3-E117-8BD5B7B504A3}"/>
          </ac:spMkLst>
        </pc:spChg>
        <pc:spChg chg="add mod">
          <ac:chgData name="YAZHVENDHAN K M" userId="dd3c863f6fdb5820" providerId="LiveId" clId="{C1F58DCC-B88F-4BAF-9ED5-41BEFDBB9862}" dt="2025-06-03T18:10:46.645" v="260" actId="1035"/>
          <ac:spMkLst>
            <pc:docMk/>
            <pc:sldMk cId="0" sldId="266"/>
            <ac:spMk id="6" creationId="{B91BA15A-8D99-E7EC-0408-666628E72AC4}"/>
          </ac:spMkLst>
        </pc:spChg>
        <pc:spChg chg="add mod">
          <ac:chgData name="YAZHVENDHAN K M" userId="dd3c863f6fdb5820" providerId="LiveId" clId="{C1F58DCC-B88F-4BAF-9ED5-41BEFDBB9862}" dt="2025-06-03T18:10:46.645" v="260" actId="1035"/>
          <ac:spMkLst>
            <pc:docMk/>
            <pc:sldMk cId="0" sldId="266"/>
            <ac:spMk id="7" creationId="{52624674-CA37-5C2B-BBC3-8C099CA8FC41}"/>
          </ac:spMkLst>
        </pc:spChg>
        <pc:spChg chg="mod">
          <ac:chgData name="YAZHVENDHAN K M" userId="dd3c863f6fdb5820" providerId="LiveId" clId="{C1F58DCC-B88F-4BAF-9ED5-41BEFDBB9862}" dt="2025-06-03T18:10:46.645" v="260" actId="1035"/>
          <ac:spMkLst>
            <pc:docMk/>
            <pc:sldMk cId="0" sldId="266"/>
            <ac:spMk id="8" creationId="{2C43DBC5-CB15-BE17-9C06-136A5C686B91}"/>
          </ac:spMkLst>
        </pc:spChg>
        <pc:spChg chg="add mod">
          <ac:chgData name="YAZHVENDHAN K M" userId="dd3c863f6fdb5820" providerId="LiveId" clId="{C1F58DCC-B88F-4BAF-9ED5-41BEFDBB9862}" dt="2025-06-03T18:10:46.645" v="260" actId="1035"/>
          <ac:spMkLst>
            <pc:docMk/>
            <pc:sldMk cId="0" sldId="266"/>
            <ac:spMk id="9" creationId="{41D94116-773D-2D75-94FA-F20871403F00}"/>
          </ac:spMkLst>
        </pc:spChg>
        <pc:spChg chg="add mod">
          <ac:chgData name="YAZHVENDHAN K M" userId="dd3c863f6fdb5820" providerId="LiveId" clId="{C1F58DCC-B88F-4BAF-9ED5-41BEFDBB9862}" dt="2025-06-03T18:10:46.645" v="260" actId="1035"/>
          <ac:spMkLst>
            <pc:docMk/>
            <pc:sldMk cId="0" sldId="266"/>
            <ac:spMk id="10" creationId="{E10939C7-B1BB-9DD3-5939-6CB2CA697D06}"/>
          </ac:spMkLst>
        </pc:spChg>
        <pc:spChg chg="add mod">
          <ac:chgData name="YAZHVENDHAN K M" userId="dd3c863f6fdb5820" providerId="LiveId" clId="{C1F58DCC-B88F-4BAF-9ED5-41BEFDBB9862}" dt="2025-06-03T18:10:46.645" v="260" actId="1035"/>
          <ac:spMkLst>
            <pc:docMk/>
            <pc:sldMk cId="0" sldId="266"/>
            <ac:spMk id="19" creationId="{CCD46D2A-F46B-C1AB-ACFB-846A4803D5DA}"/>
          </ac:spMkLst>
        </pc:spChg>
        <pc:spChg chg="add mod">
          <ac:chgData name="YAZHVENDHAN K M" userId="dd3c863f6fdb5820" providerId="LiveId" clId="{C1F58DCC-B88F-4BAF-9ED5-41BEFDBB9862}" dt="2025-06-03T18:10:46.645" v="260" actId="1035"/>
          <ac:spMkLst>
            <pc:docMk/>
            <pc:sldMk cId="0" sldId="266"/>
            <ac:spMk id="20" creationId="{46204414-D6FE-33D1-F56F-000CBE3DE316}"/>
          </ac:spMkLst>
        </pc:spChg>
        <pc:spChg chg="del">
          <ac:chgData name="YAZHVENDHAN K M" userId="dd3c863f6fdb5820" providerId="LiveId" clId="{C1F58DCC-B88F-4BAF-9ED5-41BEFDBB9862}" dt="2025-06-03T18:05:22.046" v="176" actId="478"/>
          <ac:spMkLst>
            <pc:docMk/>
            <pc:sldMk cId="0" sldId="266"/>
            <ac:spMk id="21" creationId="{30E8AB1A-D4F2-111F-57E5-90009555AD72}"/>
          </ac:spMkLst>
        </pc:spChg>
        <pc:spChg chg="add del mod">
          <ac:chgData name="YAZHVENDHAN K M" userId="dd3c863f6fdb5820" providerId="LiveId" clId="{C1F58DCC-B88F-4BAF-9ED5-41BEFDBB9862}" dt="2025-06-03T18:05:23.466" v="177" actId="478"/>
          <ac:spMkLst>
            <pc:docMk/>
            <pc:sldMk cId="0" sldId="266"/>
            <ac:spMk id="22" creationId="{A5DE0BAB-CE56-CA08-3442-15404F53C1EC}"/>
          </ac:spMkLst>
        </pc:spChg>
        <pc:spChg chg="mod">
          <ac:chgData name="YAZHVENDHAN K M" userId="dd3c863f6fdb5820" providerId="LiveId" clId="{C1F58DCC-B88F-4BAF-9ED5-41BEFDBB9862}" dt="2025-06-03T18:08:07.148" v="231" actId="1076"/>
          <ac:spMkLst>
            <pc:docMk/>
            <pc:sldMk cId="0" sldId="266"/>
            <ac:spMk id="311" creationId="{00000000-0000-0000-0000-000000000000}"/>
          </ac:spMkLst>
        </pc:spChg>
        <pc:spChg chg="mod">
          <ac:chgData name="YAZHVENDHAN K M" userId="dd3c863f6fdb5820" providerId="LiveId" clId="{C1F58DCC-B88F-4BAF-9ED5-41BEFDBB9862}" dt="2025-06-03T18:08:14.578" v="232" actId="1076"/>
          <ac:spMkLst>
            <pc:docMk/>
            <pc:sldMk cId="0" sldId="266"/>
            <ac:spMk id="312" creationId="{00000000-0000-0000-0000-000000000000}"/>
          </ac:spMkLst>
        </pc:spChg>
        <pc:spChg chg="mod">
          <ac:chgData name="YAZHVENDHAN K M" userId="dd3c863f6fdb5820" providerId="LiveId" clId="{C1F58DCC-B88F-4BAF-9ED5-41BEFDBB9862}" dt="2025-06-03T18:03:24.463" v="73" actId="14100"/>
          <ac:spMkLst>
            <pc:docMk/>
            <pc:sldMk cId="0" sldId="266"/>
            <ac:spMk id="313" creationId="{00000000-0000-0000-0000-000000000000}"/>
          </ac:spMkLst>
        </pc:spChg>
      </pc:sldChg>
      <pc:sldChg chg="del">
        <pc:chgData name="YAZHVENDHAN K M" userId="dd3c863f6fdb5820" providerId="LiveId" clId="{C1F58DCC-B88F-4BAF-9ED5-41BEFDBB9862}" dt="2025-06-03T18:02:42.569" v="68" actId="47"/>
        <pc:sldMkLst>
          <pc:docMk/>
          <pc:sldMk cId="0" sldId="267"/>
        </pc:sldMkLst>
      </pc:sldChg>
      <pc:sldChg chg="modSp mod">
        <pc:chgData name="YAZHVENDHAN K M" userId="dd3c863f6fdb5820" providerId="LiveId" clId="{C1F58DCC-B88F-4BAF-9ED5-41BEFDBB9862}" dt="2025-06-03T18:12:53.970" v="288" actId="1076"/>
        <pc:sldMkLst>
          <pc:docMk/>
          <pc:sldMk cId="0" sldId="268"/>
        </pc:sldMkLst>
        <pc:spChg chg="mod">
          <ac:chgData name="YAZHVENDHAN K M" userId="dd3c863f6fdb5820" providerId="LiveId" clId="{C1F58DCC-B88F-4BAF-9ED5-41BEFDBB9862}" dt="2025-06-03T18:12:46.735" v="287" actId="1076"/>
          <ac:spMkLst>
            <pc:docMk/>
            <pc:sldMk cId="0" sldId="268"/>
            <ac:spMk id="316" creationId="{00000000-0000-0000-0000-000000000000}"/>
          </ac:spMkLst>
        </pc:spChg>
        <pc:spChg chg="mod">
          <ac:chgData name="YAZHVENDHAN K M" userId="dd3c863f6fdb5820" providerId="LiveId" clId="{C1F58DCC-B88F-4BAF-9ED5-41BEFDBB9862}" dt="2025-06-03T18:12:53.970" v="288" actId="1076"/>
          <ac:spMkLst>
            <pc:docMk/>
            <pc:sldMk cId="0" sldId="268"/>
            <ac:spMk id="317" creationId="{00000000-0000-0000-0000-000000000000}"/>
          </ac:spMkLst>
        </pc:spChg>
      </pc:sldChg>
      <pc:sldChg chg="modSp mod">
        <pc:chgData name="YAZHVENDHAN K M" userId="dd3c863f6fdb5820" providerId="LiveId" clId="{C1F58DCC-B88F-4BAF-9ED5-41BEFDBB9862}" dt="2025-06-03T18:14:25.244" v="299" actId="1076"/>
        <pc:sldMkLst>
          <pc:docMk/>
          <pc:sldMk cId="0" sldId="269"/>
        </pc:sldMkLst>
        <pc:spChg chg="mod">
          <ac:chgData name="YAZHVENDHAN K M" userId="dd3c863f6fdb5820" providerId="LiveId" clId="{C1F58DCC-B88F-4BAF-9ED5-41BEFDBB9862}" dt="2025-06-03T18:14:25.244" v="299" actId="1076"/>
          <ac:spMkLst>
            <pc:docMk/>
            <pc:sldMk cId="0" sldId="269"/>
            <ac:spMk id="318" creationId="{00000000-0000-0000-0000-000000000000}"/>
          </ac:spMkLst>
        </pc:spChg>
        <pc:spChg chg="mod">
          <ac:chgData name="YAZHVENDHAN K M" userId="dd3c863f6fdb5820" providerId="LiveId" clId="{C1F58DCC-B88F-4BAF-9ED5-41BEFDBB9862}" dt="2025-06-03T18:14:14.089" v="297" actId="1076"/>
          <ac:spMkLst>
            <pc:docMk/>
            <pc:sldMk cId="0" sldId="269"/>
            <ac:spMk id="319" creationId="{00000000-0000-0000-0000-000000000000}"/>
          </ac:spMkLst>
        </pc:spChg>
      </pc:sldChg>
      <pc:sldChg chg="delSp modSp mod">
        <pc:chgData name="YAZHVENDHAN K M" userId="dd3c863f6fdb5820" providerId="LiveId" clId="{C1F58DCC-B88F-4BAF-9ED5-41BEFDBB9862}" dt="2025-06-03T18:16:31.745" v="324" actId="1076"/>
        <pc:sldMkLst>
          <pc:docMk/>
          <pc:sldMk cId="0" sldId="270"/>
        </pc:sldMkLst>
        <pc:spChg chg="mod">
          <ac:chgData name="YAZHVENDHAN K M" userId="dd3c863f6fdb5820" providerId="LiveId" clId="{C1F58DCC-B88F-4BAF-9ED5-41BEFDBB9862}" dt="2025-06-03T18:16:31.745" v="324" actId="1076"/>
          <ac:spMkLst>
            <pc:docMk/>
            <pc:sldMk cId="0" sldId="270"/>
            <ac:spMk id="320" creationId="{00000000-0000-0000-0000-000000000000}"/>
          </ac:spMkLst>
        </pc:spChg>
        <pc:spChg chg="mod">
          <ac:chgData name="YAZHVENDHAN K M" userId="dd3c863f6fdb5820" providerId="LiveId" clId="{C1F58DCC-B88F-4BAF-9ED5-41BEFDBB9862}" dt="2025-06-03T18:16:26.457" v="323" actId="1076"/>
          <ac:spMkLst>
            <pc:docMk/>
            <pc:sldMk cId="0" sldId="270"/>
            <ac:spMk id="321" creationId="{00000000-0000-0000-0000-000000000000}"/>
          </ac:spMkLst>
        </pc:spChg>
        <pc:grpChg chg="del">
          <ac:chgData name="YAZHVENDHAN K M" userId="dd3c863f6fdb5820" providerId="LiveId" clId="{C1F58DCC-B88F-4BAF-9ED5-41BEFDBB9862}" dt="2025-06-03T18:14:48.793" v="302" actId="478"/>
          <ac:grpSpMkLst>
            <pc:docMk/>
            <pc:sldMk cId="0" sldId="270"/>
            <ac:grpSpMk id="322" creationId="{00000000-0000-0000-0000-000000000000}"/>
          </ac:grpSpMkLst>
        </pc:grpChg>
        <pc:picChg chg="del mod">
          <ac:chgData name="YAZHVENDHAN K M" userId="dd3c863f6fdb5820" providerId="LiveId" clId="{C1F58DCC-B88F-4BAF-9ED5-41BEFDBB9862}" dt="2025-06-03T18:14:44.670" v="301" actId="478"/>
          <ac:picMkLst>
            <pc:docMk/>
            <pc:sldMk cId="0" sldId="270"/>
            <ac:picMk id="327" creationId="{00000000-0000-0000-0000-000000000000}"/>
          </ac:picMkLst>
        </pc:picChg>
      </pc:sldChg>
      <pc:sldChg chg="delSp modSp del mod">
        <pc:chgData name="YAZHVENDHAN K M" userId="dd3c863f6fdb5820" providerId="LiveId" clId="{C1F58DCC-B88F-4BAF-9ED5-41BEFDBB9862}" dt="2025-06-03T18:20:46.213" v="335" actId="47"/>
        <pc:sldMkLst>
          <pc:docMk/>
          <pc:sldMk cId="0" sldId="271"/>
        </pc:sldMkLst>
        <pc:spChg chg="mod">
          <ac:chgData name="YAZHVENDHAN K M" userId="dd3c863f6fdb5820" providerId="LiveId" clId="{C1F58DCC-B88F-4BAF-9ED5-41BEFDBB9862}" dt="2025-06-03T18:20:39.632" v="332" actId="20577"/>
          <ac:spMkLst>
            <pc:docMk/>
            <pc:sldMk cId="0" sldId="271"/>
            <ac:spMk id="328" creationId="{00000000-0000-0000-0000-000000000000}"/>
          </ac:spMkLst>
        </pc:spChg>
        <pc:spChg chg="mod">
          <ac:chgData name="YAZHVENDHAN K M" userId="dd3c863f6fdb5820" providerId="LiveId" clId="{C1F58DCC-B88F-4BAF-9ED5-41BEFDBB9862}" dt="2025-06-03T18:20:40.996" v="334" actId="20577"/>
          <ac:spMkLst>
            <pc:docMk/>
            <pc:sldMk cId="0" sldId="271"/>
            <ac:spMk id="329" creationId="{00000000-0000-0000-0000-000000000000}"/>
          </ac:spMkLst>
        </pc:spChg>
        <pc:spChg chg="mod">
          <ac:chgData name="YAZHVENDHAN K M" userId="dd3c863f6fdb5820" providerId="LiveId" clId="{C1F58DCC-B88F-4BAF-9ED5-41BEFDBB9862}" dt="2025-06-03T18:20:14.189" v="330" actId="14100"/>
          <ac:spMkLst>
            <pc:docMk/>
            <pc:sldMk cId="0" sldId="271"/>
            <ac:spMk id="330" creationId="{00000000-0000-0000-0000-000000000000}"/>
          </ac:spMkLst>
        </pc:spChg>
        <pc:picChg chg="del">
          <ac:chgData name="YAZHVENDHAN K M" userId="dd3c863f6fdb5820" providerId="LiveId" clId="{C1F58DCC-B88F-4BAF-9ED5-41BEFDBB9862}" dt="2025-06-03T18:17:05.765" v="325" actId="478"/>
          <ac:picMkLst>
            <pc:docMk/>
            <pc:sldMk cId="0" sldId="271"/>
            <ac:picMk id="331" creationId="{00000000-0000-0000-0000-000000000000}"/>
          </ac:picMkLst>
        </pc:picChg>
      </pc:sldChg>
      <pc:sldChg chg="modSp mod">
        <pc:chgData name="YAZHVENDHAN K M" userId="dd3c863f6fdb5820" providerId="LiveId" clId="{C1F58DCC-B88F-4BAF-9ED5-41BEFDBB9862}" dt="2025-06-03T18:32:16.692" v="614" actId="1076"/>
        <pc:sldMkLst>
          <pc:docMk/>
          <pc:sldMk cId="0" sldId="272"/>
        </pc:sldMkLst>
        <pc:spChg chg="mod">
          <ac:chgData name="YAZHVENDHAN K M" userId="dd3c863f6fdb5820" providerId="LiveId" clId="{C1F58DCC-B88F-4BAF-9ED5-41BEFDBB9862}" dt="2025-06-03T18:32:16.692" v="614" actId="1076"/>
          <ac:spMkLst>
            <pc:docMk/>
            <pc:sldMk cId="0" sldId="272"/>
            <ac:spMk id="332" creationId="{00000000-0000-0000-0000-000000000000}"/>
          </ac:spMkLst>
        </pc:spChg>
        <pc:spChg chg="mod">
          <ac:chgData name="YAZHVENDHAN K M" userId="dd3c863f6fdb5820" providerId="LiveId" clId="{C1F58DCC-B88F-4BAF-9ED5-41BEFDBB9862}" dt="2025-06-03T18:32:14.481" v="613" actId="1076"/>
          <ac:spMkLst>
            <pc:docMk/>
            <pc:sldMk cId="0" sldId="272"/>
            <ac:spMk id="333" creationId="{00000000-0000-0000-0000-000000000000}"/>
          </ac:spMkLst>
        </pc:spChg>
      </pc:sldChg>
      <pc:sldChg chg="delSp modSp mod">
        <pc:chgData name="YAZHVENDHAN K M" userId="dd3c863f6fdb5820" providerId="LiveId" clId="{C1F58DCC-B88F-4BAF-9ED5-41BEFDBB9862}" dt="2025-06-03T18:34:04.175" v="629" actId="1076"/>
        <pc:sldMkLst>
          <pc:docMk/>
          <pc:sldMk cId="0" sldId="273"/>
        </pc:sldMkLst>
        <pc:spChg chg="mod">
          <ac:chgData name="YAZHVENDHAN K M" userId="dd3c863f6fdb5820" providerId="LiveId" clId="{C1F58DCC-B88F-4BAF-9ED5-41BEFDBB9862}" dt="2025-06-03T18:33:54.204" v="627" actId="1076"/>
          <ac:spMkLst>
            <pc:docMk/>
            <pc:sldMk cId="0" sldId="273"/>
            <ac:spMk id="334" creationId="{00000000-0000-0000-0000-000000000000}"/>
          </ac:spMkLst>
        </pc:spChg>
        <pc:spChg chg="mod">
          <ac:chgData name="YAZHVENDHAN K M" userId="dd3c863f6fdb5820" providerId="LiveId" clId="{C1F58DCC-B88F-4BAF-9ED5-41BEFDBB9862}" dt="2025-06-03T18:34:04.175" v="629" actId="1076"/>
          <ac:spMkLst>
            <pc:docMk/>
            <pc:sldMk cId="0" sldId="273"/>
            <ac:spMk id="335" creationId="{00000000-0000-0000-0000-000000000000}"/>
          </ac:spMkLst>
        </pc:spChg>
        <pc:picChg chg="del">
          <ac:chgData name="YAZHVENDHAN K M" userId="dd3c863f6fdb5820" providerId="LiveId" clId="{C1F58DCC-B88F-4BAF-9ED5-41BEFDBB9862}" dt="2025-06-03T18:32:28.336" v="615" actId="478"/>
          <ac:picMkLst>
            <pc:docMk/>
            <pc:sldMk cId="0" sldId="273"/>
            <ac:picMk id="336" creationId="{00000000-0000-0000-0000-000000000000}"/>
          </ac:picMkLst>
        </pc:picChg>
      </pc:sldChg>
      <pc:sldChg chg="modSp mod">
        <pc:chgData name="YAZHVENDHAN K M" userId="dd3c863f6fdb5820" providerId="LiveId" clId="{C1F58DCC-B88F-4BAF-9ED5-41BEFDBB9862}" dt="2025-06-03T18:34:52.222" v="641" actId="1076"/>
        <pc:sldMkLst>
          <pc:docMk/>
          <pc:sldMk cId="0" sldId="274"/>
        </pc:sldMkLst>
        <pc:spChg chg="mod">
          <ac:chgData name="YAZHVENDHAN K M" userId="dd3c863f6fdb5820" providerId="LiveId" clId="{C1F58DCC-B88F-4BAF-9ED5-41BEFDBB9862}" dt="2025-06-03T18:34:50.203" v="640" actId="1076"/>
          <ac:spMkLst>
            <pc:docMk/>
            <pc:sldMk cId="0" sldId="274"/>
            <ac:spMk id="337" creationId="{00000000-0000-0000-0000-000000000000}"/>
          </ac:spMkLst>
        </pc:spChg>
        <pc:spChg chg="mod">
          <ac:chgData name="YAZHVENDHAN K M" userId="dd3c863f6fdb5820" providerId="LiveId" clId="{C1F58DCC-B88F-4BAF-9ED5-41BEFDBB9862}" dt="2025-06-03T18:34:52.222" v="641" actId="1076"/>
          <ac:spMkLst>
            <pc:docMk/>
            <pc:sldMk cId="0" sldId="274"/>
            <ac:spMk id="338" creationId="{00000000-0000-0000-0000-000000000000}"/>
          </ac:spMkLst>
        </pc:spChg>
      </pc:sldChg>
      <pc:sldChg chg="addSp delSp modSp mod">
        <pc:chgData name="YAZHVENDHAN K M" userId="dd3c863f6fdb5820" providerId="LiveId" clId="{C1F58DCC-B88F-4BAF-9ED5-41BEFDBB9862}" dt="2025-06-03T18:42:23.650" v="735" actId="14100"/>
        <pc:sldMkLst>
          <pc:docMk/>
          <pc:sldMk cId="0" sldId="275"/>
        </pc:sldMkLst>
        <pc:spChg chg="add mod">
          <ac:chgData name="YAZHVENDHAN K M" userId="dd3c863f6fdb5820" providerId="LiveId" clId="{C1F58DCC-B88F-4BAF-9ED5-41BEFDBB9862}" dt="2025-06-03T18:41:28.574" v="726" actId="14100"/>
          <ac:spMkLst>
            <pc:docMk/>
            <pc:sldMk cId="0" sldId="275"/>
            <ac:spMk id="2" creationId="{AD241E52-EADF-92C6-4184-B8E605E8869A}"/>
          </ac:spMkLst>
        </pc:spChg>
        <pc:spChg chg="add mod">
          <ac:chgData name="YAZHVENDHAN K M" userId="dd3c863f6fdb5820" providerId="LiveId" clId="{C1F58DCC-B88F-4BAF-9ED5-41BEFDBB9862}" dt="2025-06-03T18:41:42.860" v="729" actId="14100"/>
          <ac:spMkLst>
            <pc:docMk/>
            <pc:sldMk cId="0" sldId="275"/>
            <ac:spMk id="3" creationId="{1AEBB350-F512-03C5-FBD0-E00F71BC748B}"/>
          </ac:spMkLst>
        </pc:spChg>
        <pc:spChg chg="add mod">
          <ac:chgData name="YAZHVENDHAN K M" userId="dd3c863f6fdb5820" providerId="LiveId" clId="{C1F58DCC-B88F-4BAF-9ED5-41BEFDBB9862}" dt="2025-06-03T18:42:15.180" v="734" actId="14100"/>
          <ac:spMkLst>
            <pc:docMk/>
            <pc:sldMk cId="0" sldId="275"/>
            <ac:spMk id="4" creationId="{22F25109-F9A2-C4CC-D8A4-A53CBBCA422A}"/>
          </ac:spMkLst>
        </pc:spChg>
        <pc:spChg chg="mod">
          <ac:chgData name="YAZHVENDHAN K M" userId="dd3c863f6fdb5820" providerId="LiveId" clId="{C1F58DCC-B88F-4BAF-9ED5-41BEFDBB9862}" dt="2025-06-03T18:42:23.650" v="735" actId="14100"/>
          <ac:spMkLst>
            <pc:docMk/>
            <pc:sldMk cId="0" sldId="275"/>
            <ac:spMk id="5" creationId="{BAFFB04E-BB3F-A318-F576-ECD0A3C58618}"/>
          </ac:spMkLst>
        </pc:spChg>
        <pc:spChg chg="add mod">
          <ac:chgData name="YAZHVENDHAN K M" userId="dd3c863f6fdb5820" providerId="LiveId" clId="{C1F58DCC-B88F-4BAF-9ED5-41BEFDBB9862}" dt="2025-06-03T18:41:54.340" v="731" actId="14100"/>
          <ac:spMkLst>
            <pc:docMk/>
            <pc:sldMk cId="0" sldId="275"/>
            <ac:spMk id="6" creationId="{9CCC896F-AF26-5D84-7E2D-90B7BE331974}"/>
          </ac:spMkLst>
        </pc:spChg>
        <pc:spChg chg="add mod">
          <ac:chgData name="YAZHVENDHAN K M" userId="dd3c863f6fdb5820" providerId="LiveId" clId="{C1F58DCC-B88F-4BAF-9ED5-41BEFDBB9862}" dt="2025-06-03T18:40:36.577" v="718" actId="255"/>
          <ac:spMkLst>
            <pc:docMk/>
            <pc:sldMk cId="0" sldId="275"/>
            <ac:spMk id="7" creationId="{6672A7DA-2B43-C856-95AF-765516CD9B42}"/>
          </ac:spMkLst>
        </pc:spChg>
        <pc:spChg chg="add mod">
          <ac:chgData name="YAZHVENDHAN K M" userId="dd3c863f6fdb5820" providerId="LiveId" clId="{C1F58DCC-B88F-4BAF-9ED5-41BEFDBB9862}" dt="2025-06-03T18:36:30.928" v="671" actId="1035"/>
          <ac:spMkLst>
            <pc:docMk/>
            <pc:sldMk cId="0" sldId="275"/>
            <ac:spMk id="8" creationId="{BB30D592-D6C7-4876-075B-22BA02994FB9}"/>
          </ac:spMkLst>
        </pc:spChg>
        <pc:spChg chg="add mod">
          <ac:chgData name="YAZHVENDHAN K M" userId="dd3c863f6fdb5820" providerId="LiveId" clId="{C1F58DCC-B88F-4BAF-9ED5-41BEFDBB9862}" dt="2025-06-03T18:36:30.928" v="671" actId="1035"/>
          <ac:spMkLst>
            <pc:docMk/>
            <pc:sldMk cId="0" sldId="275"/>
            <ac:spMk id="10" creationId="{5D681285-F5D6-EF10-3109-F93B8C848DF2}"/>
          </ac:spMkLst>
        </pc:spChg>
        <pc:spChg chg="add mod">
          <ac:chgData name="YAZHVENDHAN K M" userId="dd3c863f6fdb5820" providerId="LiveId" clId="{C1F58DCC-B88F-4BAF-9ED5-41BEFDBB9862}" dt="2025-06-03T18:36:30.928" v="671" actId="1035"/>
          <ac:spMkLst>
            <pc:docMk/>
            <pc:sldMk cId="0" sldId="275"/>
            <ac:spMk id="12" creationId="{6F27EDD7-83CB-1681-A4C2-A5DF23FCC3A3}"/>
          </ac:spMkLst>
        </pc:spChg>
        <pc:spChg chg="add mod">
          <ac:chgData name="YAZHVENDHAN K M" userId="dd3c863f6fdb5820" providerId="LiveId" clId="{C1F58DCC-B88F-4BAF-9ED5-41BEFDBB9862}" dt="2025-06-03T18:36:30.928" v="671" actId="1035"/>
          <ac:spMkLst>
            <pc:docMk/>
            <pc:sldMk cId="0" sldId="275"/>
            <ac:spMk id="16" creationId="{2CC7316E-A3B7-9A29-BE00-3BEDED9EB230}"/>
          </ac:spMkLst>
        </pc:spChg>
        <pc:spChg chg="add mod">
          <ac:chgData name="YAZHVENDHAN K M" userId="dd3c863f6fdb5820" providerId="LiveId" clId="{C1F58DCC-B88F-4BAF-9ED5-41BEFDBB9862}" dt="2025-06-03T18:36:30.928" v="671" actId="1035"/>
          <ac:spMkLst>
            <pc:docMk/>
            <pc:sldMk cId="0" sldId="275"/>
            <ac:spMk id="18" creationId="{2E59400C-EEB1-6529-DFB6-1CFB7C303639}"/>
          </ac:spMkLst>
        </pc:spChg>
        <pc:spChg chg="mod">
          <ac:chgData name="YAZHVENDHAN K M" userId="dd3c863f6fdb5820" providerId="LiveId" clId="{C1F58DCC-B88F-4BAF-9ED5-41BEFDBB9862}" dt="2025-06-03T18:37:36.038" v="678" actId="1076"/>
          <ac:spMkLst>
            <pc:docMk/>
            <pc:sldMk cId="0" sldId="275"/>
            <ac:spMk id="339" creationId="{00000000-0000-0000-0000-000000000000}"/>
          </ac:spMkLst>
        </pc:spChg>
        <pc:spChg chg="mod">
          <ac:chgData name="YAZHVENDHAN K M" userId="dd3c863f6fdb5820" providerId="LiveId" clId="{C1F58DCC-B88F-4BAF-9ED5-41BEFDBB9862}" dt="2025-06-03T18:37:30.550" v="677" actId="1076"/>
          <ac:spMkLst>
            <pc:docMk/>
            <pc:sldMk cId="0" sldId="275"/>
            <ac:spMk id="340" creationId="{00000000-0000-0000-0000-000000000000}"/>
          </ac:spMkLst>
        </pc:spChg>
        <pc:spChg chg="mod">
          <ac:chgData name="YAZHVENDHAN K M" userId="dd3c863f6fdb5820" providerId="LiveId" clId="{C1F58DCC-B88F-4BAF-9ED5-41BEFDBB9862}" dt="2025-06-03T18:35:27.269" v="645" actId="1076"/>
          <ac:spMkLst>
            <pc:docMk/>
            <pc:sldMk cId="0" sldId="275"/>
            <ac:spMk id="341" creationId="{00000000-0000-0000-0000-000000000000}"/>
          </ac:spMkLst>
        </pc:spChg>
        <pc:picChg chg="del">
          <ac:chgData name="YAZHVENDHAN K M" userId="dd3c863f6fdb5820" providerId="LiveId" clId="{C1F58DCC-B88F-4BAF-9ED5-41BEFDBB9862}" dt="2025-06-03T18:35:17.554" v="642" actId="478"/>
          <ac:picMkLst>
            <pc:docMk/>
            <pc:sldMk cId="0" sldId="275"/>
            <ac:picMk id="342" creationId="{00000000-0000-0000-0000-000000000000}"/>
          </ac:picMkLst>
        </pc:picChg>
        <pc:cxnChg chg="mod">
          <ac:chgData name="YAZHVENDHAN K M" userId="dd3c863f6fdb5820" providerId="LiveId" clId="{C1F58DCC-B88F-4BAF-9ED5-41BEFDBB9862}" dt="2025-06-03T18:41:42.860" v="729" actId="14100"/>
          <ac:cxnSpMkLst>
            <pc:docMk/>
            <pc:sldMk cId="0" sldId="275"/>
            <ac:cxnSpMk id="9" creationId="{73F74EB0-982A-CAAA-9BC4-B65B0874E3CF}"/>
          </ac:cxnSpMkLst>
        </pc:cxnChg>
        <pc:cxnChg chg="mod">
          <ac:chgData name="YAZHVENDHAN K M" userId="dd3c863f6fdb5820" providerId="LiveId" clId="{C1F58DCC-B88F-4BAF-9ED5-41BEFDBB9862}" dt="2025-06-03T18:41:28.574" v="726" actId="14100"/>
          <ac:cxnSpMkLst>
            <pc:docMk/>
            <pc:sldMk cId="0" sldId="275"/>
            <ac:cxnSpMk id="11" creationId="{3038A8E9-7899-FD00-4312-2F392DF57142}"/>
          </ac:cxnSpMkLst>
        </pc:cxnChg>
        <pc:cxnChg chg="mod">
          <ac:chgData name="YAZHVENDHAN K M" userId="dd3c863f6fdb5820" providerId="LiveId" clId="{C1F58DCC-B88F-4BAF-9ED5-41BEFDBB9862}" dt="2025-06-03T18:41:54.340" v="731" actId="14100"/>
          <ac:cxnSpMkLst>
            <pc:docMk/>
            <pc:sldMk cId="0" sldId="275"/>
            <ac:cxnSpMk id="15" creationId="{C48571FD-9254-7E6D-B974-D49487F42349}"/>
          </ac:cxnSpMkLst>
        </pc:cxnChg>
        <pc:cxnChg chg="mod">
          <ac:chgData name="YAZHVENDHAN K M" userId="dd3c863f6fdb5820" providerId="LiveId" clId="{C1F58DCC-B88F-4BAF-9ED5-41BEFDBB9862}" dt="2025-06-03T18:42:23.650" v="735" actId="14100"/>
          <ac:cxnSpMkLst>
            <pc:docMk/>
            <pc:sldMk cId="0" sldId="275"/>
            <ac:cxnSpMk id="17" creationId="{5205F508-D0DD-6702-6A02-1F04CA0D0F48}"/>
          </ac:cxnSpMkLst>
        </pc:cxnChg>
        <pc:cxnChg chg="mod">
          <ac:chgData name="YAZHVENDHAN K M" userId="dd3c863f6fdb5820" providerId="LiveId" clId="{C1F58DCC-B88F-4BAF-9ED5-41BEFDBB9862}" dt="2025-06-03T18:42:15.180" v="734" actId="14100"/>
          <ac:cxnSpMkLst>
            <pc:docMk/>
            <pc:sldMk cId="0" sldId="275"/>
            <ac:cxnSpMk id="19" creationId="{0BA200B2-6EAC-AA4A-344B-08F8FAD4E2BC}"/>
          </ac:cxnSpMkLst>
        </pc:cxnChg>
      </pc:sldChg>
      <pc:sldChg chg="delSp modSp mod">
        <pc:chgData name="YAZHVENDHAN K M" userId="dd3c863f6fdb5820" providerId="LiveId" clId="{C1F58DCC-B88F-4BAF-9ED5-41BEFDBB9862}" dt="2025-06-03T18:44:03.288" v="752" actId="1076"/>
        <pc:sldMkLst>
          <pc:docMk/>
          <pc:sldMk cId="0" sldId="276"/>
        </pc:sldMkLst>
        <pc:spChg chg="mod">
          <ac:chgData name="YAZHVENDHAN K M" userId="dd3c863f6fdb5820" providerId="LiveId" clId="{C1F58DCC-B88F-4BAF-9ED5-41BEFDBB9862}" dt="2025-06-03T18:44:03.288" v="752" actId="1076"/>
          <ac:spMkLst>
            <pc:docMk/>
            <pc:sldMk cId="0" sldId="276"/>
            <ac:spMk id="343" creationId="{00000000-0000-0000-0000-000000000000}"/>
          </ac:spMkLst>
        </pc:spChg>
        <pc:spChg chg="mod">
          <ac:chgData name="YAZHVENDHAN K M" userId="dd3c863f6fdb5820" providerId="LiveId" clId="{C1F58DCC-B88F-4BAF-9ED5-41BEFDBB9862}" dt="2025-06-03T18:43:52.122" v="751" actId="1076"/>
          <ac:spMkLst>
            <pc:docMk/>
            <pc:sldMk cId="0" sldId="276"/>
            <ac:spMk id="344" creationId="{00000000-0000-0000-0000-000000000000}"/>
          </ac:spMkLst>
        </pc:spChg>
        <pc:picChg chg="del mod">
          <ac:chgData name="YAZHVENDHAN K M" userId="dd3c863f6fdb5820" providerId="LiveId" clId="{C1F58DCC-B88F-4BAF-9ED5-41BEFDBB9862}" dt="2025-06-03T18:42:50.799" v="739" actId="478"/>
          <ac:picMkLst>
            <pc:docMk/>
            <pc:sldMk cId="0" sldId="276"/>
            <ac:picMk id="345" creationId="{00000000-0000-0000-0000-000000000000}"/>
          </ac:picMkLst>
        </pc:picChg>
      </pc:sldChg>
      <pc:sldChg chg="modSp mod">
        <pc:chgData name="YAZHVENDHAN K M" userId="dd3c863f6fdb5820" providerId="LiveId" clId="{C1F58DCC-B88F-4BAF-9ED5-41BEFDBB9862}" dt="2025-06-03T18:45:15.972" v="762" actId="1076"/>
        <pc:sldMkLst>
          <pc:docMk/>
          <pc:sldMk cId="0" sldId="277"/>
        </pc:sldMkLst>
        <pc:spChg chg="mod">
          <ac:chgData name="YAZHVENDHAN K M" userId="dd3c863f6fdb5820" providerId="LiveId" clId="{C1F58DCC-B88F-4BAF-9ED5-41BEFDBB9862}" dt="2025-06-03T18:45:15.972" v="762" actId="1076"/>
          <ac:spMkLst>
            <pc:docMk/>
            <pc:sldMk cId="0" sldId="277"/>
            <ac:spMk id="346" creationId="{00000000-0000-0000-0000-000000000000}"/>
          </ac:spMkLst>
        </pc:spChg>
        <pc:spChg chg="mod">
          <ac:chgData name="YAZHVENDHAN K M" userId="dd3c863f6fdb5820" providerId="LiveId" clId="{C1F58DCC-B88F-4BAF-9ED5-41BEFDBB9862}" dt="2025-06-03T18:44:59.804" v="760" actId="1076"/>
          <ac:spMkLst>
            <pc:docMk/>
            <pc:sldMk cId="0" sldId="277"/>
            <ac:spMk id="347" creationId="{00000000-0000-0000-0000-000000000000}"/>
          </ac:spMkLst>
        </pc:spChg>
      </pc:sldChg>
      <pc:sldChg chg="modSp mod">
        <pc:chgData name="YAZHVENDHAN K M" userId="dd3c863f6fdb5820" providerId="LiveId" clId="{C1F58DCC-B88F-4BAF-9ED5-41BEFDBB9862}" dt="2025-06-03T18:47:05.407" v="777" actId="1076"/>
        <pc:sldMkLst>
          <pc:docMk/>
          <pc:sldMk cId="0" sldId="278"/>
        </pc:sldMkLst>
        <pc:spChg chg="mod">
          <ac:chgData name="YAZHVENDHAN K M" userId="dd3c863f6fdb5820" providerId="LiveId" clId="{C1F58DCC-B88F-4BAF-9ED5-41BEFDBB9862}" dt="2025-06-03T18:47:05.407" v="777" actId="1076"/>
          <ac:spMkLst>
            <pc:docMk/>
            <pc:sldMk cId="0" sldId="278"/>
            <ac:spMk id="348" creationId="{00000000-0000-0000-0000-000000000000}"/>
          </ac:spMkLst>
        </pc:spChg>
        <pc:spChg chg="mod">
          <ac:chgData name="YAZHVENDHAN K M" userId="dd3c863f6fdb5820" providerId="LiveId" clId="{C1F58DCC-B88F-4BAF-9ED5-41BEFDBB9862}" dt="2025-06-03T18:46:21.014" v="775" actId="1076"/>
          <ac:spMkLst>
            <pc:docMk/>
            <pc:sldMk cId="0" sldId="278"/>
            <ac:spMk id="349" creationId="{00000000-0000-0000-0000-000000000000}"/>
          </ac:spMkLst>
        </pc:spChg>
      </pc:sldChg>
      <pc:sldChg chg="modSp mod">
        <pc:chgData name="YAZHVENDHAN K M" userId="dd3c863f6fdb5820" providerId="LiveId" clId="{C1F58DCC-B88F-4BAF-9ED5-41BEFDBB9862}" dt="2025-06-03T18:49:39.417" v="863" actId="1076"/>
        <pc:sldMkLst>
          <pc:docMk/>
          <pc:sldMk cId="0" sldId="279"/>
        </pc:sldMkLst>
        <pc:spChg chg="mod">
          <ac:chgData name="YAZHVENDHAN K M" userId="dd3c863f6fdb5820" providerId="LiveId" clId="{C1F58DCC-B88F-4BAF-9ED5-41BEFDBB9862}" dt="2025-06-03T18:49:39.417" v="863" actId="1076"/>
          <ac:spMkLst>
            <pc:docMk/>
            <pc:sldMk cId="0" sldId="279"/>
            <ac:spMk id="350" creationId="{00000000-0000-0000-0000-000000000000}"/>
          </ac:spMkLst>
        </pc:spChg>
        <pc:spChg chg="mod">
          <ac:chgData name="YAZHVENDHAN K M" userId="dd3c863f6fdb5820" providerId="LiveId" clId="{C1F58DCC-B88F-4BAF-9ED5-41BEFDBB9862}" dt="2025-06-03T18:49:33.312" v="862" actId="1076"/>
          <ac:spMkLst>
            <pc:docMk/>
            <pc:sldMk cId="0" sldId="279"/>
            <ac:spMk id="351" creationId="{00000000-0000-0000-0000-000000000000}"/>
          </ac:spMkLst>
        </pc:spChg>
      </pc:sldChg>
      <pc:sldChg chg="delSp modSp del mod">
        <pc:chgData name="YAZHVENDHAN K M" userId="dd3c863f6fdb5820" providerId="LiveId" clId="{C1F58DCC-B88F-4BAF-9ED5-41BEFDBB9862}" dt="2025-06-03T18:50:16.461" v="866" actId="47"/>
        <pc:sldMkLst>
          <pc:docMk/>
          <pc:sldMk cId="0" sldId="280"/>
        </pc:sldMkLst>
        <pc:spChg chg="mod">
          <ac:chgData name="YAZHVENDHAN K M" userId="dd3c863f6fdb5820" providerId="LiveId" clId="{C1F58DCC-B88F-4BAF-9ED5-41BEFDBB9862}" dt="2025-06-03T18:49:46.927" v="864" actId="1076"/>
          <ac:spMkLst>
            <pc:docMk/>
            <pc:sldMk cId="0" sldId="280"/>
            <ac:spMk id="352" creationId="{00000000-0000-0000-0000-000000000000}"/>
          </ac:spMkLst>
        </pc:spChg>
        <pc:spChg chg="del">
          <ac:chgData name="YAZHVENDHAN K M" userId="dd3c863f6fdb5820" providerId="LiveId" clId="{C1F58DCC-B88F-4BAF-9ED5-41BEFDBB9862}" dt="2025-06-03T18:49:51.818" v="865" actId="478"/>
          <ac:spMkLst>
            <pc:docMk/>
            <pc:sldMk cId="0" sldId="280"/>
            <ac:spMk id="353" creationId="{00000000-0000-0000-0000-000000000000}"/>
          </ac:spMkLst>
        </pc:spChg>
        <pc:spChg chg="del">
          <ac:chgData name="YAZHVENDHAN K M" userId="dd3c863f6fdb5820" providerId="LiveId" clId="{C1F58DCC-B88F-4BAF-9ED5-41BEFDBB9862}" dt="2025-06-03T18:49:51.818" v="865" actId="478"/>
          <ac:spMkLst>
            <pc:docMk/>
            <pc:sldMk cId="0" sldId="280"/>
            <ac:spMk id="366" creationId="{00000000-0000-0000-0000-000000000000}"/>
          </ac:spMkLst>
        </pc:spChg>
        <pc:grpChg chg="del">
          <ac:chgData name="YAZHVENDHAN K M" userId="dd3c863f6fdb5820" providerId="LiveId" clId="{C1F58DCC-B88F-4BAF-9ED5-41BEFDBB9862}" dt="2025-06-03T18:49:51.818" v="865" actId="478"/>
          <ac:grpSpMkLst>
            <pc:docMk/>
            <pc:sldMk cId="0" sldId="280"/>
            <ac:grpSpMk id="354" creationId="{00000000-0000-0000-0000-000000000000}"/>
          </ac:grpSpMkLst>
        </pc:grpChg>
        <pc:grpChg chg="del">
          <ac:chgData name="YAZHVENDHAN K M" userId="dd3c863f6fdb5820" providerId="LiveId" clId="{C1F58DCC-B88F-4BAF-9ED5-41BEFDBB9862}" dt="2025-06-03T18:49:51.818" v="865" actId="478"/>
          <ac:grpSpMkLst>
            <pc:docMk/>
            <pc:sldMk cId="0" sldId="280"/>
            <ac:grpSpMk id="359" creationId="{00000000-0000-0000-0000-000000000000}"/>
          </ac:grpSpMkLst>
        </pc:grpChg>
        <pc:grpChg chg="del">
          <ac:chgData name="YAZHVENDHAN K M" userId="dd3c863f6fdb5820" providerId="LiveId" clId="{C1F58DCC-B88F-4BAF-9ED5-41BEFDBB9862}" dt="2025-06-03T18:49:51.818" v="865" actId="478"/>
          <ac:grpSpMkLst>
            <pc:docMk/>
            <pc:sldMk cId="0" sldId="280"/>
            <ac:grpSpMk id="362" creationId="{00000000-0000-0000-0000-000000000000}"/>
          </ac:grpSpMkLst>
        </pc:grpChg>
      </pc:sldChg>
      <pc:sldChg chg="addSp delSp modSp add mod">
        <pc:chgData name="YAZHVENDHAN K M" userId="dd3c863f6fdb5820" providerId="LiveId" clId="{C1F58DCC-B88F-4BAF-9ED5-41BEFDBB9862}" dt="2025-06-03T18:30:31.744" v="597" actId="1076"/>
        <pc:sldMkLst>
          <pc:docMk/>
          <pc:sldMk cId="4003451832" sldId="284"/>
        </pc:sldMkLst>
        <pc:spChg chg="del">
          <ac:chgData name="YAZHVENDHAN K M" userId="dd3c863f6fdb5820" providerId="LiveId" clId="{C1F58DCC-B88F-4BAF-9ED5-41BEFDBB9862}" dt="2025-06-03T18:21:42.247" v="351" actId="478"/>
          <ac:spMkLst>
            <pc:docMk/>
            <pc:sldMk cId="4003451832" sldId="284"/>
            <ac:spMk id="2" creationId="{8EE02225-8629-FC49-CB16-F257CBB26B34}"/>
          </ac:spMkLst>
        </pc:spChg>
        <pc:spChg chg="del">
          <ac:chgData name="YAZHVENDHAN K M" userId="dd3c863f6fdb5820" providerId="LiveId" clId="{C1F58DCC-B88F-4BAF-9ED5-41BEFDBB9862}" dt="2025-06-03T18:21:42.247" v="351" actId="478"/>
          <ac:spMkLst>
            <pc:docMk/>
            <pc:sldMk cId="4003451832" sldId="284"/>
            <ac:spMk id="3" creationId="{DDEF7320-EA3B-61EB-8A30-BEF32D33BA29}"/>
          </ac:spMkLst>
        </pc:spChg>
        <pc:spChg chg="del">
          <ac:chgData name="YAZHVENDHAN K M" userId="dd3c863f6fdb5820" providerId="LiveId" clId="{C1F58DCC-B88F-4BAF-9ED5-41BEFDBB9862}" dt="2025-06-03T18:21:42.247" v="351" actId="478"/>
          <ac:spMkLst>
            <pc:docMk/>
            <pc:sldMk cId="4003451832" sldId="284"/>
            <ac:spMk id="4" creationId="{E5BBDF4D-0051-7BA4-DAB9-A91CDD021E94}"/>
          </ac:spMkLst>
        </pc:spChg>
        <pc:spChg chg="del">
          <ac:chgData name="YAZHVENDHAN K M" userId="dd3c863f6fdb5820" providerId="LiveId" clId="{C1F58DCC-B88F-4BAF-9ED5-41BEFDBB9862}" dt="2025-06-03T18:21:42.247" v="351" actId="478"/>
          <ac:spMkLst>
            <pc:docMk/>
            <pc:sldMk cId="4003451832" sldId="284"/>
            <ac:spMk id="8" creationId="{4F3AA6C0-D1F6-8E8C-0FD0-096340737B61}"/>
          </ac:spMkLst>
        </pc:spChg>
        <pc:spChg chg="del">
          <ac:chgData name="YAZHVENDHAN K M" userId="dd3c863f6fdb5820" providerId="LiveId" clId="{C1F58DCC-B88F-4BAF-9ED5-41BEFDBB9862}" dt="2025-06-03T18:21:42.247" v="351" actId="478"/>
          <ac:spMkLst>
            <pc:docMk/>
            <pc:sldMk cId="4003451832" sldId="284"/>
            <ac:spMk id="9" creationId="{0BE6D7D1-1EBA-EAFD-4515-87C7998FDC7B}"/>
          </ac:spMkLst>
        </pc:spChg>
        <pc:spChg chg="del">
          <ac:chgData name="YAZHVENDHAN K M" userId="dd3c863f6fdb5820" providerId="LiveId" clId="{C1F58DCC-B88F-4BAF-9ED5-41BEFDBB9862}" dt="2025-06-03T18:21:42.247" v="351" actId="478"/>
          <ac:spMkLst>
            <pc:docMk/>
            <pc:sldMk cId="4003451832" sldId="284"/>
            <ac:spMk id="10" creationId="{BE5D6B49-6E0F-8906-7FBA-19569ACAA84F}"/>
          </ac:spMkLst>
        </pc:spChg>
        <pc:spChg chg="del">
          <ac:chgData name="YAZHVENDHAN K M" userId="dd3c863f6fdb5820" providerId="LiveId" clId="{C1F58DCC-B88F-4BAF-9ED5-41BEFDBB9862}" dt="2025-06-03T18:21:42.247" v="351" actId="478"/>
          <ac:spMkLst>
            <pc:docMk/>
            <pc:sldMk cId="4003451832" sldId="284"/>
            <ac:spMk id="15" creationId="{147BD3F9-BB12-CE55-E85B-095F59AB62B6}"/>
          </ac:spMkLst>
        </pc:spChg>
        <pc:spChg chg="del">
          <ac:chgData name="YAZHVENDHAN K M" userId="dd3c863f6fdb5820" providerId="LiveId" clId="{C1F58DCC-B88F-4BAF-9ED5-41BEFDBB9862}" dt="2025-06-03T18:21:42.247" v="351" actId="478"/>
          <ac:spMkLst>
            <pc:docMk/>
            <pc:sldMk cId="4003451832" sldId="284"/>
            <ac:spMk id="17" creationId="{83DD4AC7-5DD4-994C-7F80-1E064C19F758}"/>
          </ac:spMkLst>
        </pc:spChg>
        <pc:spChg chg="del">
          <ac:chgData name="YAZHVENDHAN K M" userId="dd3c863f6fdb5820" providerId="LiveId" clId="{C1F58DCC-B88F-4BAF-9ED5-41BEFDBB9862}" dt="2025-06-03T18:21:42.247" v="351" actId="478"/>
          <ac:spMkLst>
            <pc:docMk/>
            <pc:sldMk cId="4003451832" sldId="284"/>
            <ac:spMk id="19" creationId="{ABD4E5C3-A4AF-82FD-0C41-CA77F1C844A2}"/>
          </ac:spMkLst>
        </pc:spChg>
        <pc:spChg chg="del">
          <ac:chgData name="YAZHVENDHAN K M" userId="dd3c863f6fdb5820" providerId="LiveId" clId="{C1F58DCC-B88F-4BAF-9ED5-41BEFDBB9862}" dt="2025-06-03T18:21:42.247" v="351" actId="478"/>
          <ac:spMkLst>
            <pc:docMk/>
            <pc:sldMk cId="4003451832" sldId="284"/>
            <ac:spMk id="20" creationId="{375DF5AD-F74D-E25B-0B90-E8BE3260233F}"/>
          </ac:spMkLst>
        </pc:spChg>
        <pc:spChg chg="add mod">
          <ac:chgData name="YAZHVENDHAN K M" userId="dd3c863f6fdb5820" providerId="LiveId" clId="{C1F58DCC-B88F-4BAF-9ED5-41BEFDBB9862}" dt="2025-06-03T18:29:56.312" v="589" actId="1035"/>
          <ac:spMkLst>
            <pc:docMk/>
            <pc:sldMk cId="4003451832" sldId="284"/>
            <ac:spMk id="22" creationId="{41CC534D-0A7B-9329-96CE-50B3DD9252F3}"/>
          </ac:spMkLst>
        </pc:spChg>
        <pc:spChg chg="add mod">
          <ac:chgData name="YAZHVENDHAN K M" userId="dd3c863f6fdb5820" providerId="LiveId" clId="{C1F58DCC-B88F-4BAF-9ED5-41BEFDBB9862}" dt="2025-06-03T18:29:56.312" v="589" actId="1035"/>
          <ac:spMkLst>
            <pc:docMk/>
            <pc:sldMk cId="4003451832" sldId="284"/>
            <ac:spMk id="23" creationId="{E18DF7B0-3279-C566-258D-B2C7DF8574D0}"/>
          </ac:spMkLst>
        </pc:spChg>
        <pc:spChg chg="del mod">
          <ac:chgData name="YAZHVENDHAN K M" userId="dd3c863f6fdb5820" providerId="LiveId" clId="{C1F58DCC-B88F-4BAF-9ED5-41BEFDBB9862}" dt="2025-06-03T18:24:10.876" v="442" actId="478"/>
          <ac:spMkLst>
            <pc:docMk/>
            <pc:sldMk cId="4003451832" sldId="284"/>
            <ac:spMk id="24" creationId="{90C67D93-3F30-9354-D0E1-DADB4D7C3622}"/>
          </ac:spMkLst>
        </pc:spChg>
        <pc:spChg chg="add mod">
          <ac:chgData name="YAZHVENDHAN K M" userId="dd3c863f6fdb5820" providerId="LiveId" clId="{C1F58DCC-B88F-4BAF-9ED5-41BEFDBB9862}" dt="2025-06-03T18:29:56.312" v="589" actId="1035"/>
          <ac:spMkLst>
            <pc:docMk/>
            <pc:sldMk cId="4003451832" sldId="284"/>
            <ac:spMk id="25" creationId="{07953EC1-1D70-8EE6-8B82-2ACFE6F88E6F}"/>
          </ac:spMkLst>
        </pc:spChg>
        <pc:spChg chg="mod">
          <ac:chgData name="YAZHVENDHAN K M" userId="dd3c863f6fdb5820" providerId="LiveId" clId="{C1F58DCC-B88F-4BAF-9ED5-41BEFDBB9862}" dt="2025-06-03T18:29:56.312" v="589" actId="1035"/>
          <ac:spMkLst>
            <pc:docMk/>
            <pc:sldMk cId="4003451832" sldId="284"/>
            <ac:spMk id="26" creationId="{A0695E9D-61C8-7278-56FA-42816FAEE6DB}"/>
          </ac:spMkLst>
        </pc:spChg>
        <pc:spChg chg="mod">
          <ac:chgData name="YAZHVENDHAN K M" userId="dd3c863f6fdb5820" providerId="LiveId" clId="{C1F58DCC-B88F-4BAF-9ED5-41BEFDBB9862}" dt="2025-06-03T18:29:56.312" v="589" actId="1035"/>
          <ac:spMkLst>
            <pc:docMk/>
            <pc:sldMk cId="4003451832" sldId="284"/>
            <ac:spMk id="28" creationId="{BF7BE9F8-E9D2-33DD-6B66-38FF95EAC567}"/>
          </ac:spMkLst>
        </pc:spChg>
        <pc:spChg chg="mod">
          <ac:chgData name="YAZHVENDHAN K M" userId="dd3c863f6fdb5820" providerId="LiveId" clId="{C1F58DCC-B88F-4BAF-9ED5-41BEFDBB9862}" dt="2025-06-03T18:29:56.312" v="589" actId="1035"/>
          <ac:spMkLst>
            <pc:docMk/>
            <pc:sldMk cId="4003451832" sldId="284"/>
            <ac:spMk id="30" creationId="{1A49BAF5-F14C-9000-24EB-9D02B94B32B6}"/>
          </ac:spMkLst>
        </pc:spChg>
        <pc:spChg chg="del mod">
          <ac:chgData name="YAZHVENDHAN K M" userId="dd3c863f6fdb5820" providerId="LiveId" clId="{C1F58DCC-B88F-4BAF-9ED5-41BEFDBB9862}" dt="2025-06-03T18:24:02.476" v="437" actId="478"/>
          <ac:spMkLst>
            <pc:docMk/>
            <pc:sldMk cId="4003451832" sldId="284"/>
            <ac:spMk id="32" creationId="{6F8220B1-37DD-60EF-9B04-B65FACD10D04}"/>
          </ac:spMkLst>
        </pc:spChg>
        <pc:spChg chg="mod">
          <ac:chgData name="YAZHVENDHAN K M" userId="dd3c863f6fdb5820" providerId="LiveId" clId="{C1F58DCC-B88F-4BAF-9ED5-41BEFDBB9862}" dt="2025-06-03T18:29:56.312" v="589" actId="1035"/>
          <ac:spMkLst>
            <pc:docMk/>
            <pc:sldMk cId="4003451832" sldId="284"/>
            <ac:spMk id="36" creationId="{C54B2F24-3879-6D9D-3EFB-9BA08CDC8A3B}"/>
          </ac:spMkLst>
        </pc:spChg>
        <pc:spChg chg="mod">
          <ac:chgData name="YAZHVENDHAN K M" userId="dd3c863f6fdb5820" providerId="LiveId" clId="{C1F58DCC-B88F-4BAF-9ED5-41BEFDBB9862}" dt="2025-06-03T18:29:56.312" v="589" actId="1035"/>
          <ac:spMkLst>
            <pc:docMk/>
            <pc:sldMk cId="4003451832" sldId="284"/>
            <ac:spMk id="37" creationId="{3CF66A52-9BD2-7D2D-B913-E177A9A72C44}"/>
          </ac:spMkLst>
        </pc:spChg>
        <pc:spChg chg="del mod">
          <ac:chgData name="YAZHVENDHAN K M" userId="dd3c863f6fdb5820" providerId="LiveId" clId="{C1F58DCC-B88F-4BAF-9ED5-41BEFDBB9862}" dt="2025-06-03T18:24:05.188" v="439" actId="478"/>
          <ac:spMkLst>
            <pc:docMk/>
            <pc:sldMk cId="4003451832" sldId="284"/>
            <ac:spMk id="38" creationId="{927E7A99-BC6B-8558-E71D-37CBF280D3FD}"/>
          </ac:spMkLst>
        </pc:spChg>
        <pc:spChg chg="mod">
          <ac:chgData name="YAZHVENDHAN K M" userId="dd3c863f6fdb5820" providerId="LiveId" clId="{C1F58DCC-B88F-4BAF-9ED5-41BEFDBB9862}" dt="2025-06-03T18:29:56.312" v="589" actId="1035"/>
          <ac:spMkLst>
            <pc:docMk/>
            <pc:sldMk cId="4003451832" sldId="284"/>
            <ac:spMk id="39" creationId="{0A6D0A5C-6927-CCD0-1A80-DBBB17B5390E}"/>
          </ac:spMkLst>
        </pc:spChg>
        <pc:spChg chg="mod">
          <ac:chgData name="YAZHVENDHAN K M" userId="dd3c863f6fdb5820" providerId="LiveId" clId="{C1F58DCC-B88F-4BAF-9ED5-41BEFDBB9862}" dt="2025-06-03T18:21:53.259" v="352"/>
          <ac:spMkLst>
            <pc:docMk/>
            <pc:sldMk cId="4003451832" sldId="284"/>
            <ac:spMk id="42" creationId="{C2F5E37D-E4B9-BCDC-0D2A-C68E8241E256}"/>
          </ac:spMkLst>
        </pc:spChg>
        <pc:spChg chg="mod">
          <ac:chgData name="YAZHVENDHAN K M" userId="dd3c863f6fdb5820" providerId="LiveId" clId="{C1F58DCC-B88F-4BAF-9ED5-41BEFDBB9862}" dt="2025-06-03T18:21:53.259" v="352"/>
          <ac:spMkLst>
            <pc:docMk/>
            <pc:sldMk cId="4003451832" sldId="284"/>
            <ac:spMk id="44" creationId="{9CCA057A-3C0F-CA11-10EF-D0AFE81B9B0D}"/>
          </ac:spMkLst>
        </pc:spChg>
        <pc:spChg chg="mod">
          <ac:chgData name="YAZHVENDHAN K M" userId="dd3c863f6fdb5820" providerId="LiveId" clId="{C1F58DCC-B88F-4BAF-9ED5-41BEFDBB9862}" dt="2025-06-03T18:21:53.259" v="352"/>
          <ac:spMkLst>
            <pc:docMk/>
            <pc:sldMk cId="4003451832" sldId="284"/>
            <ac:spMk id="48" creationId="{31D401AF-77A4-C3E2-EC6D-EC1053D2978F}"/>
          </ac:spMkLst>
        </pc:spChg>
        <pc:spChg chg="mod">
          <ac:chgData name="YAZHVENDHAN K M" userId="dd3c863f6fdb5820" providerId="LiveId" clId="{C1F58DCC-B88F-4BAF-9ED5-41BEFDBB9862}" dt="2025-06-03T18:21:53.259" v="352"/>
          <ac:spMkLst>
            <pc:docMk/>
            <pc:sldMk cId="4003451832" sldId="284"/>
            <ac:spMk id="49" creationId="{9C326CDD-C624-7AE3-4942-49276CB697C2}"/>
          </ac:spMkLst>
        </pc:spChg>
        <pc:spChg chg="mod">
          <ac:chgData name="YAZHVENDHAN K M" userId="dd3c863f6fdb5820" providerId="LiveId" clId="{C1F58DCC-B88F-4BAF-9ED5-41BEFDBB9862}" dt="2025-06-03T18:21:53.259" v="352"/>
          <ac:spMkLst>
            <pc:docMk/>
            <pc:sldMk cId="4003451832" sldId="284"/>
            <ac:spMk id="50" creationId="{20FA4B60-A2EE-B0F9-2A21-EECC0F634253}"/>
          </ac:spMkLst>
        </pc:spChg>
        <pc:spChg chg="mod">
          <ac:chgData name="YAZHVENDHAN K M" userId="dd3c863f6fdb5820" providerId="LiveId" clId="{C1F58DCC-B88F-4BAF-9ED5-41BEFDBB9862}" dt="2025-06-03T18:21:53.259" v="352"/>
          <ac:spMkLst>
            <pc:docMk/>
            <pc:sldMk cId="4003451832" sldId="284"/>
            <ac:spMk id="52" creationId="{BA7B74DF-0AAC-A858-166E-8D6B5C9E433F}"/>
          </ac:spMkLst>
        </pc:spChg>
        <pc:spChg chg="mod">
          <ac:chgData name="YAZHVENDHAN K M" userId="dd3c863f6fdb5820" providerId="LiveId" clId="{C1F58DCC-B88F-4BAF-9ED5-41BEFDBB9862}" dt="2025-06-03T18:21:53.259" v="352"/>
          <ac:spMkLst>
            <pc:docMk/>
            <pc:sldMk cId="4003451832" sldId="284"/>
            <ac:spMk id="56" creationId="{97D03DAC-B1BC-7B1A-C3C0-3875239DFA25}"/>
          </ac:spMkLst>
        </pc:spChg>
        <pc:spChg chg="mod">
          <ac:chgData name="YAZHVENDHAN K M" userId="dd3c863f6fdb5820" providerId="LiveId" clId="{C1F58DCC-B88F-4BAF-9ED5-41BEFDBB9862}" dt="2025-06-03T18:30:31.744" v="597" actId="1076"/>
          <ac:spMkLst>
            <pc:docMk/>
            <pc:sldMk cId="4003451832" sldId="284"/>
            <ac:spMk id="311" creationId="{25F8677D-7AEE-4510-8302-86BD8F48C00D}"/>
          </ac:spMkLst>
        </pc:spChg>
        <pc:spChg chg="mod">
          <ac:chgData name="YAZHVENDHAN K M" userId="dd3c863f6fdb5820" providerId="LiveId" clId="{C1F58DCC-B88F-4BAF-9ED5-41BEFDBB9862}" dt="2025-06-03T18:23:33.680" v="428" actId="14100"/>
          <ac:spMkLst>
            <pc:docMk/>
            <pc:sldMk cId="4003451832" sldId="284"/>
            <ac:spMk id="312" creationId="{0FB1AECF-EF0A-9838-EF60-298C1A96FED9}"/>
          </ac:spMkLst>
        </pc:spChg>
        <pc:grpChg chg="mod">
          <ac:chgData name="YAZHVENDHAN K M" userId="dd3c863f6fdb5820" providerId="LiveId" clId="{C1F58DCC-B88F-4BAF-9ED5-41BEFDBB9862}" dt="2025-06-03T18:29:56.312" v="589" actId="1035"/>
          <ac:grpSpMkLst>
            <pc:docMk/>
            <pc:sldMk cId="4003451832" sldId="284"/>
            <ac:grpSpMk id="40" creationId="{BAA3A213-F03C-5DE4-2849-FF8F7B80A378}"/>
          </ac:grpSpMkLst>
        </pc:grpChg>
        <pc:grpChg chg="mod">
          <ac:chgData name="YAZHVENDHAN K M" userId="dd3c863f6fdb5820" providerId="LiveId" clId="{C1F58DCC-B88F-4BAF-9ED5-41BEFDBB9862}" dt="2025-06-03T18:24:21.762" v="462" actId="1038"/>
          <ac:grpSpMkLst>
            <pc:docMk/>
            <pc:sldMk cId="4003451832" sldId="284"/>
            <ac:grpSpMk id="43" creationId="{84EA3833-65CF-46E8-95EC-B64A13FB5FCD}"/>
          </ac:grpSpMkLst>
        </pc:grpChg>
        <pc:grpChg chg="mod">
          <ac:chgData name="YAZHVENDHAN K M" userId="dd3c863f6fdb5820" providerId="LiveId" clId="{C1F58DCC-B88F-4BAF-9ED5-41BEFDBB9862}" dt="2025-06-03T18:29:49.516" v="584" actId="1035"/>
          <ac:grpSpMkLst>
            <pc:docMk/>
            <pc:sldMk cId="4003451832" sldId="284"/>
            <ac:grpSpMk id="46" creationId="{66A47723-88EF-F460-8B92-7A5D80EC21A1}"/>
          </ac:grpSpMkLst>
        </pc:grpChg>
        <pc:grpChg chg="del">
          <ac:chgData name="YAZHVENDHAN K M" userId="dd3c863f6fdb5820" providerId="LiveId" clId="{C1F58DCC-B88F-4BAF-9ED5-41BEFDBB9862}" dt="2025-06-03T18:24:09.242" v="441" actId="478"/>
          <ac:grpSpMkLst>
            <pc:docMk/>
            <pc:sldMk cId="4003451832" sldId="284"/>
            <ac:grpSpMk id="51" creationId="{B36D1BDF-FEBB-A459-C509-98AF98EFC5EB}"/>
          </ac:grpSpMkLst>
        </pc:grpChg>
        <pc:cxnChg chg="mod">
          <ac:chgData name="YAZHVENDHAN K M" userId="dd3c863f6fdb5820" providerId="LiveId" clId="{C1F58DCC-B88F-4BAF-9ED5-41BEFDBB9862}" dt="2025-06-03T18:29:18.962" v="573" actId="14100"/>
          <ac:cxnSpMkLst>
            <pc:docMk/>
            <pc:sldMk cId="4003451832" sldId="284"/>
            <ac:cxnSpMk id="21" creationId="{F6C3BB25-72DD-646A-C713-BBF4478BBB83}"/>
          </ac:cxnSpMkLst>
        </pc:cxnChg>
        <pc:cxnChg chg="mod">
          <ac:chgData name="YAZHVENDHAN K M" userId="dd3c863f6fdb5820" providerId="LiveId" clId="{C1F58DCC-B88F-4BAF-9ED5-41BEFDBB9862}" dt="2025-06-03T18:29:06.615" v="572" actId="14100"/>
          <ac:cxnSpMkLst>
            <pc:docMk/>
            <pc:sldMk cId="4003451832" sldId="284"/>
            <ac:cxnSpMk id="27" creationId="{0012A9E8-8FD4-B20E-8143-B07F7602BF65}"/>
          </ac:cxnSpMkLst>
        </pc:cxnChg>
        <pc:cxnChg chg="mod">
          <ac:chgData name="YAZHVENDHAN K M" userId="dd3c863f6fdb5820" providerId="LiveId" clId="{C1F58DCC-B88F-4BAF-9ED5-41BEFDBB9862}" dt="2025-06-03T18:29:24.370" v="574" actId="14100"/>
          <ac:cxnSpMkLst>
            <pc:docMk/>
            <pc:sldMk cId="4003451832" sldId="284"/>
            <ac:cxnSpMk id="29" creationId="{0DFD0F5E-0772-12A7-A4AE-44E04E15F160}"/>
          </ac:cxnSpMkLst>
        </pc:cxnChg>
        <pc:cxnChg chg="del mod">
          <ac:chgData name="YAZHVENDHAN K M" userId="dd3c863f6fdb5820" providerId="LiveId" clId="{C1F58DCC-B88F-4BAF-9ED5-41BEFDBB9862}" dt="2025-06-03T18:24:07.301" v="440" actId="478"/>
          <ac:cxnSpMkLst>
            <pc:docMk/>
            <pc:sldMk cId="4003451832" sldId="284"/>
            <ac:cxnSpMk id="31" creationId="{57768477-2485-D7C4-43C9-926A0C9172BF}"/>
          </ac:cxnSpMkLst>
        </pc:cxnChg>
        <pc:cxnChg chg="del mod">
          <ac:chgData name="YAZHVENDHAN K M" userId="dd3c863f6fdb5820" providerId="LiveId" clId="{C1F58DCC-B88F-4BAF-9ED5-41BEFDBB9862}" dt="2025-06-03T18:24:12.542" v="443" actId="478"/>
          <ac:cxnSpMkLst>
            <pc:docMk/>
            <pc:sldMk cId="4003451832" sldId="284"/>
            <ac:cxnSpMk id="35" creationId="{5A200D34-8BFF-0BBF-7385-680F87660DFB}"/>
          </ac:cxnSpMkLst>
        </pc:cxnChg>
      </pc:sldChg>
      <pc:sldMasterChg chg="del delSldLayout">
        <pc:chgData name="YAZHVENDHAN K M" userId="dd3c863f6fdb5820" providerId="LiveId" clId="{C1F58DCC-B88F-4BAF-9ED5-41BEFDBB9862}" dt="2025-06-03T17:55:14.115" v="3"/>
        <pc:sldMasterMkLst>
          <pc:docMk/>
          <pc:sldMasterMk cId="0" sldId="2147483650"/>
        </pc:sldMasterMkLst>
        <pc:sldLayoutChg chg="del">
          <pc:chgData name="YAZHVENDHAN K M" userId="dd3c863f6fdb5820" providerId="LiveId" clId="{C1F58DCC-B88F-4BAF-9ED5-41BEFDBB9862}" dt="2025-06-03T17:55:14.115" v="3"/>
          <pc:sldLayoutMkLst>
            <pc:docMk/>
            <pc:sldMasterMk cId="0" sldId="2147483650"/>
            <pc:sldLayoutMk cId="0" sldId="2147483651"/>
          </pc:sldLayoutMkLst>
        </pc:sldLayoutChg>
      </pc:sldMasterChg>
      <pc:sldMasterChg chg="del delSldLayout">
        <pc:chgData name="YAZHVENDHAN K M" userId="dd3c863f6fdb5820" providerId="LiveId" clId="{C1F58DCC-B88F-4BAF-9ED5-41BEFDBB9862}" dt="2025-06-03T17:55:14.115" v="3"/>
        <pc:sldMasterMkLst>
          <pc:docMk/>
          <pc:sldMasterMk cId="0" sldId="2147483652"/>
        </pc:sldMasterMkLst>
        <pc:sldLayoutChg chg="del">
          <pc:chgData name="YAZHVENDHAN K M" userId="dd3c863f6fdb5820" providerId="LiveId" clId="{C1F58DCC-B88F-4BAF-9ED5-41BEFDBB9862}" dt="2025-06-03T17:55:14.115" v="3"/>
          <pc:sldLayoutMkLst>
            <pc:docMk/>
            <pc:sldMasterMk cId="0" sldId="2147483652"/>
            <pc:sldLayoutMk cId="0" sldId="2147483653"/>
          </pc:sldLayoutMkLst>
        </pc:sldLayoutChg>
      </pc:sldMasterChg>
      <pc:sldMasterChg chg="del delSldLayout">
        <pc:chgData name="YAZHVENDHAN K M" userId="dd3c863f6fdb5820" providerId="LiveId" clId="{C1F58DCC-B88F-4BAF-9ED5-41BEFDBB9862}" dt="2025-06-03T17:55:14.115" v="3"/>
        <pc:sldMasterMkLst>
          <pc:docMk/>
          <pc:sldMasterMk cId="0" sldId="2147483654"/>
        </pc:sldMasterMkLst>
        <pc:sldLayoutChg chg="del">
          <pc:chgData name="YAZHVENDHAN K M" userId="dd3c863f6fdb5820" providerId="LiveId" clId="{C1F58DCC-B88F-4BAF-9ED5-41BEFDBB9862}" dt="2025-06-03T17:55:14.115" v="3"/>
          <pc:sldLayoutMkLst>
            <pc:docMk/>
            <pc:sldMasterMk cId="0" sldId="2147483654"/>
            <pc:sldLayoutMk cId="0" sldId="2147483655"/>
          </pc:sldLayoutMkLst>
        </pc:sldLayoutChg>
      </pc:sldMasterChg>
      <pc:sldMasterChg chg="del delSldLayout">
        <pc:chgData name="YAZHVENDHAN K M" userId="dd3c863f6fdb5820" providerId="LiveId" clId="{C1F58DCC-B88F-4BAF-9ED5-41BEFDBB9862}" dt="2025-06-03T17:55:14.115" v="3"/>
        <pc:sldMasterMkLst>
          <pc:docMk/>
          <pc:sldMasterMk cId="0" sldId="2147483656"/>
        </pc:sldMasterMkLst>
        <pc:sldLayoutChg chg="del">
          <pc:chgData name="YAZHVENDHAN K M" userId="dd3c863f6fdb5820" providerId="LiveId" clId="{C1F58DCC-B88F-4BAF-9ED5-41BEFDBB9862}" dt="2025-06-03T17:55:14.115" v="3"/>
          <pc:sldLayoutMkLst>
            <pc:docMk/>
            <pc:sldMasterMk cId="0" sldId="2147483656"/>
            <pc:sldLayoutMk cId="0" sldId="2147483657"/>
          </pc:sldLayoutMkLst>
        </pc:sldLayoutChg>
      </pc:sldMasterChg>
      <pc:sldMasterChg chg="del delSldLayout">
        <pc:chgData name="YAZHVENDHAN K M" userId="dd3c863f6fdb5820" providerId="LiveId" clId="{C1F58DCC-B88F-4BAF-9ED5-41BEFDBB9862}" dt="2025-06-03T17:55:14.115" v="3"/>
        <pc:sldMasterMkLst>
          <pc:docMk/>
          <pc:sldMasterMk cId="0" sldId="2147483658"/>
        </pc:sldMasterMkLst>
        <pc:sldLayoutChg chg="del">
          <pc:chgData name="YAZHVENDHAN K M" userId="dd3c863f6fdb5820" providerId="LiveId" clId="{C1F58DCC-B88F-4BAF-9ED5-41BEFDBB9862}" dt="2025-06-03T17:55:14.115" v="3"/>
          <pc:sldLayoutMkLst>
            <pc:docMk/>
            <pc:sldMasterMk cId="0" sldId="2147483658"/>
            <pc:sldLayoutMk cId="0" sldId="2147483659"/>
          </pc:sldLayoutMkLst>
        </pc:sldLayoutChg>
      </pc:sldMasterChg>
      <pc:sldMasterChg chg="del delSldLayout">
        <pc:chgData name="YAZHVENDHAN K M" userId="dd3c863f6fdb5820" providerId="LiveId" clId="{C1F58DCC-B88F-4BAF-9ED5-41BEFDBB9862}" dt="2025-06-03T17:55:14.115" v="3"/>
        <pc:sldMasterMkLst>
          <pc:docMk/>
          <pc:sldMasterMk cId="0" sldId="2147483660"/>
        </pc:sldMasterMkLst>
        <pc:sldLayoutChg chg="del">
          <pc:chgData name="YAZHVENDHAN K M" userId="dd3c863f6fdb5820" providerId="LiveId" clId="{C1F58DCC-B88F-4BAF-9ED5-41BEFDBB9862}" dt="2025-06-03T17:55:14.115" v="3"/>
          <pc:sldLayoutMkLst>
            <pc:docMk/>
            <pc:sldMasterMk cId="0" sldId="2147483660"/>
            <pc:sldLayoutMk cId="0" sldId="2147483661"/>
          </pc:sldLayoutMkLst>
        </pc:sldLayoutChg>
      </pc:sldMasterChg>
      <pc:sldMasterChg chg="del delSldLayout">
        <pc:chgData name="YAZHVENDHAN K M" userId="dd3c863f6fdb5820" providerId="LiveId" clId="{C1F58DCC-B88F-4BAF-9ED5-41BEFDBB9862}" dt="2025-06-03T17:55:14.115" v="3"/>
        <pc:sldMasterMkLst>
          <pc:docMk/>
          <pc:sldMasterMk cId="0" sldId="2147483674"/>
        </pc:sldMasterMkLst>
        <pc:sldLayoutChg chg="del">
          <pc:chgData name="YAZHVENDHAN K M" userId="dd3c863f6fdb5820" providerId="LiveId" clId="{C1F58DCC-B88F-4BAF-9ED5-41BEFDBB9862}" dt="2025-06-03T17:55:14.115" v="3"/>
          <pc:sldLayoutMkLst>
            <pc:docMk/>
            <pc:sldMasterMk cId="0" sldId="2147483674"/>
            <pc:sldLayoutMk cId="0" sldId="2147483675"/>
          </pc:sldLayoutMkLst>
        </pc:sldLayoutChg>
      </pc:sldMasterChg>
      <pc:sldMasterChg chg="del delSldLayout">
        <pc:chgData name="YAZHVENDHAN K M" userId="dd3c863f6fdb5820" providerId="LiveId" clId="{C1F58DCC-B88F-4BAF-9ED5-41BEFDBB9862}" dt="2025-06-03T17:55:14.115" v="3"/>
        <pc:sldMasterMkLst>
          <pc:docMk/>
          <pc:sldMasterMk cId="0" sldId="2147483676"/>
        </pc:sldMasterMkLst>
        <pc:sldLayoutChg chg="del">
          <pc:chgData name="YAZHVENDHAN K M" userId="dd3c863f6fdb5820" providerId="LiveId" clId="{C1F58DCC-B88F-4BAF-9ED5-41BEFDBB9862}" dt="2025-06-03T17:55:14.115" v="3"/>
          <pc:sldLayoutMkLst>
            <pc:docMk/>
            <pc:sldMasterMk cId="0" sldId="2147483676"/>
            <pc:sldLayoutMk cId="0" sldId="2147483677"/>
          </pc:sldLayoutMkLst>
        </pc:sldLayoutChg>
      </pc:sldMasterChg>
      <pc:sldMasterChg chg="del delSldLayout">
        <pc:chgData name="YAZHVENDHAN K M" userId="dd3c863f6fdb5820" providerId="LiveId" clId="{C1F58DCC-B88F-4BAF-9ED5-41BEFDBB9862}" dt="2025-06-03T17:55:14.115" v="3"/>
        <pc:sldMasterMkLst>
          <pc:docMk/>
          <pc:sldMasterMk cId="0" sldId="2147483678"/>
        </pc:sldMasterMkLst>
        <pc:sldLayoutChg chg="del">
          <pc:chgData name="YAZHVENDHAN K M" userId="dd3c863f6fdb5820" providerId="LiveId" clId="{C1F58DCC-B88F-4BAF-9ED5-41BEFDBB9862}" dt="2025-06-03T17:55:14.115" v="3"/>
          <pc:sldLayoutMkLst>
            <pc:docMk/>
            <pc:sldMasterMk cId="0" sldId="2147483678"/>
            <pc:sldLayoutMk cId="0" sldId="2147483679"/>
          </pc:sldLayoutMkLst>
        </pc:sldLayoutChg>
      </pc:sldMasterChg>
      <pc:sldMasterChg chg="del delSldLayout">
        <pc:chgData name="YAZHVENDHAN K M" userId="dd3c863f6fdb5820" providerId="LiveId" clId="{C1F58DCC-B88F-4BAF-9ED5-41BEFDBB9862}" dt="2025-06-03T17:55:14.115" v="3"/>
        <pc:sldMasterMkLst>
          <pc:docMk/>
          <pc:sldMasterMk cId="0" sldId="2147483680"/>
        </pc:sldMasterMkLst>
        <pc:sldLayoutChg chg="del">
          <pc:chgData name="YAZHVENDHAN K M" userId="dd3c863f6fdb5820" providerId="LiveId" clId="{C1F58DCC-B88F-4BAF-9ED5-41BEFDBB9862}" dt="2025-06-03T17:55:14.115" v="3"/>
          <pc:sldLayoutMkLst>
            <pc:docMk/>
            <pc:sldMasterMk cId="0" sldId="2147483680"/>
            <pc:sldLayoutMk cId="0" sldId="2147483681"/>
          </pc:sldLayoutMkLst>
        </pc:sldLayoutChg>
      </pc:sldMasterChg>
      <pc:sldMasterChg chg="del delSldLayout">
        <pc:chgData name="YAZHVENDHAN K M" userId="dd3c863f6fdb5820" providerId="LiveId" clId="{C1F58DCC-B88F-4BAF-9ED5-41BEFDBB9862}" dt="2025-06-03T17:55:14.115" v="3"/>
        <pc:sldMasterMkLst>
          <pc:docMk/>
          <pc:sldMasterMk cId="0" sldId="2147483682"/>
        </pc:sldMasterMkLst>
        <pc:sldLayoutChg chg="del">
          <pc:chgData name="YAZHVENDHAN K M" userId="dd3c863f6fdb5820" providerId="LiveId" clId="{C1F58DCC-B88F-4BAF-9ED5-41BEFDBB9862}" dt="2025-06-03T17:55:14.115" v="3"/>
          <pc:sldLayoutMkLst>
            <pc:docMk/>
            <pc:sldMasterMk cId="0" sldId="2147483682"/>
            <pc:sldLayoutMk cId="0" sldId="2147483683"/>
          </pc:sldLayoutMkLst>
        </pc:sldLayoutChg>
      </pc:sldMasterChg>
      <pc:sldMasterChg chg="del delSldLayout">
        <pc:chgData name="YAZHVENDHAN K M" userId="dd3c863f6fdb5820" providerId="LiveId" clId="{C1F58DCC-B88F-4BAF-9ED5-41BEFDBB9862}" dt="2025-06-03T18:20:46.213" v="335" actId="47"/>
        <pc:sldMasterMkLst>
          <pc:docMk/>
          <pc:sldMasterMk cId="0" sldId="2147483684"/>
        </pc:sldMasterMkLst>
        <pc:sldLayoutChg chg="del">
          <pc:chgData name="YAZHVENDHAN K M" userId="dd3c863f6fdb5820" providerId="LiveId" clId="{C1F58DCC-B88F-4BAF-9ED5-41BEFDBB9862}" dt="2025-06-03T18:20:46.213" v="335" actId="47"/>
          <pc:sldLayoutMkLst>
            <pc:docMk/>
            <pc:sldMasterMk cId="0" sldId="2147483684"/>
            <pc:sldLayoutMk cId="0" sldId="2147483685"/>
          </pc:sldLayoutMkLst>
        </pc:sldLayoutChg>
      </pc:sldMasterChg>
      <pc:sldMasterChg chg="del delSldLayout">
        <pc:chgData name="YAZHVENDHAN K M" userId="dd3c863f6fdb5820" providerId="LiveId" clId="{C1F58DCC-B88F-4BAF-9ED5-41BEFDBB9862}" dt="2025-06-03T17:55:14.115" v="3"/>
        <pc:sldMasterMkLst>
          <pc:docMk/>
          <pc:sldMasterMk cId="0" sldId="2147483692"/>
        </pc:sldMasterMkLst>
        <pc:sldLayoutChg chg="del">
          <pc:chgData name="YAZHVENDHAN K M" userId="dd3c863f6fdb5820" providerId="LiveId" clId="{C1F58DCC-B88F-4BAF-9ED5-41BEFDBB9862}" dt="2025-06-03T17:55:14.115" v="3"/>
          <pc:sldLayoutMkLst>
            <pc:docMk/>
            <pc:sldMasterMk cId="0" sldId="2147483692"/>
            <pc:sldLayoutMk cId="0" sldId="2147483693"/>
          </pc:sldLayoutMkLst>
        </pc:sldLayoutChg>
      </pc:sldMasterChg>
      <pc:sldMasterChg chg="del delSldLayout">
        <pc:chgData name="YAZHVENDHAN K M" userId="dd3c863f6fdb5820" providerId="LiveId" clId="{C1F58DCC-B88F-4BAF-9ED5-41BEFDBB9862}" dt="2025-06-03T17:55:14.115" v="3"/>
        <pc:sldMasterMkLst>
          <pc:docMk/>
          <pc:sldMasterMk cId="0" sldId="2147483694"/>
        </pc:sldMasterMkLst>
        <pc:sldLayoutChg chg="del">
          <pc:chgData name="YAZHVENDHAN K M" userId="dd3c863f6fdb5820" providerId="LiveId" clId="{C1F58DCC-B88F-4BAF-9ED5-41BEFDBB9862}" dt="2025-06-03T17:55:14.115" v="3"/>
          <pc:sldLayoutMkLst>
            <pc:docMk/>
            <pc:sldMasterMk cId="0" sldId="2147483694"/>
            <pc:sldLayoutMk cId="0" sldId="2147483695"/>
          </pc:sldLayoutMkLst>
        </pc:sldLayoutChg>
      </pc:sldMasterChg>
      <pc:sldMasterChg chg="del delSldLayout">
        <pc:chgData name="YAZHVENDHAN K M" userId="dd3c863f6fdb5820" providerId="LiveId" clId="{C1F58DCC-B88F-4BAF-9ED5-41BEFDBB9862}" dt="2025-06-03T17:55:14.115" v="3"/>
        <pc:sldMasterMkLst>
          <pc:docMk/>
          <pc:sldMasterMk cId="0" sldId="2147483696"/>
        </pc:sldMasterMkLst>
        <pc:sldLayoutChg chg="del">
          <pc:chgData name="YAZHVENDHAN K M" userId="dd3c863f6fdb5820" providerId="LiveId" clId="{C1F58DCC-B88F-4BAF-9ED5-41BEFDBB9862}" dt="2025-06-03T17:55:14.115" v="3"/>
          <pc:sldLayoutMkLst>
            <pc:docMk/>
            <pc:sldMasterMk cId="0" sldId="2147483696"/>
            <pc:sldLayoutMk cId="0" sldId="2147483697"/>
          </pc:sldLayoutMkLst>
        </pc:sldLayoutChg>
      </pc:sldMasterChg>
      <pc:sldMasterChg chg="del delSldLayout">
        <pc:chgData name="YAZHVENDHAN K M" userId="dd3c863f6fdb5820" providerId="LiveId" clId="{C1F58DCC-B88F-4BAF-9ED5-41BEFDBB9862}" dt="2025-06-03T17:55:14.115" v="3"/>
        <pc:sldMasterMkLst>
          <pc:docMk/>
          <pc:sldMasterMk cId="0" sldId="2147483698"/>
        </pc:sldMasterMkLst>
        <pc:sldLayoutChg chg="del">
          <pc:chgData name="YAZHVENDHAN K M" userId="dd3c863f6fdb5820" providerId="LiveId" clId="{C1F58DCC-B88F-4BAF-9ED5-41BEFDBB9862}" dt="2025-06-03T17:55:14.115" v="3"/>
          <pc:sldLayoutMkLst>
            <pc:docMk/>
            <pc:sldMasterMk cId="0" sldId="2147483698"/>
            <pc:sldLayoutMk cId="0" sldId="2147483699"/>
          </pc:sldLayoutMkLst>
        </pc:sldLayoutChg>
      </pc:sldMasterChg>
      <pc:sldMasterChg chg="del delSldLayout">
        <pc:chgData name="YAZHVENDHAN K M" userId="dd3c863f6fdb5820" providerId="LiveId" clId="{C1F58DCC-B88F-4BAF-9ED5-41BEFDBB9862}" dt="2025-06-03T17:55:14.115" v="3"/>
        <pc:sldMasterMkLst>
          <pc:docMk/>
          <pc:sldMasterMk cId="0" sldId="2147483700"/>
        </pc:sldMasterMkLst>
        <pc:sldLayoutChg chg="del">
          <pc:chgData name="YAZHVENDHAN K M" userId="dd3c863f6fdb5820" providerId="LiveId" clId="{C1F58DCC-B88F-4BAF-9ED5-41BEFDBB9862}" dt="2025-06-03T17:55:14.115" v="3"/>
          <pc:sldLayoutMkLst>
            <pc:docMk/>
            <pc:sldMasterMk cId="0" sldId="2147483700"/>
            <pc:sldLayoutMk cId="0" sldId="2147483701"/>
          </pc:sldLayoutMkLst>
        </pc:sldLayoutChg>
      </pc:sldMasterChg>
      <pc:sldMasterChg chg="del delSldLayout">
        <pc:chgData name="YAZHVENDHAN K M" userId="dd3c863f6fdb5820" providerId="LiveId" clId="{C1F58DCC-B88F-4BAF-9ED5-41BEFDBB9862}" dt="2025-06-03T17:55:14.115" v="3"/>
        <pc:sldMasterMkLst>
          <pc:docMk/>
          <pc:sldMasterMk cId="0" sldId="2147483702"/>
        </pc:sldMasterMkLst>
        <pc:sldLayoutChg chg="del">
          <pc:chgData name="YAZHVENDHAN K M" userId="dd3c863f6fdb5820" providerId="LiveId" clId="{C1F58DCC-B88F-4BAF-9ED5-41BEFDBB9862}" dt="2025-06-03T17:55:14.115" v="3"/>
          <pc:sldLayoutMkLst>
            <pc:docMk/>
            <pc:sldMasterMk cId="0" sldId="2147483702"/>
            <pc:sldLayoutMk cId="0" sldId="2147483703"/>
          </pc:sldLayoutMkLst>
        </pc:sldLayoutChg>
      </pc:sldMasterChg>
      <pc:sldMasterChg chg="del delSldLayout">
        <pc:chgData name="YAZHVENDHAN K M" userId="dd3c863f6fdb5820" providerId="LiveId" clId="{C1F58DCC-B88F-4BAF-9ED5-41BEFDBB9862}" dt="2025-06-03T17:55:14.115" v="3"/>
        <pc:sldMasterMkLst>
          <pc:docMk/>
          <pc:sldMasterMk cId="0" sldId="2147483704"/>
        </pc:sldMasterMkLst>
        <pc:sldLayoutChg chg="del">
          <pc:chgData name="YAZHVENDHAN K M" userId="dd3c863f6fdb5820" providerId="LiveId" clId="{C1F58DCC-B88F-4BAF-9ED5-41BEFDBB9862}" dt="2025-06-03T17:55:14.115" v="3"/>
          <pc:sldLayoutMkLst>
            <pc:docMk/>
            <pc:sldMasterMk cId="0" sldId="2147483704"/>
            <pc:sldLayoutMk cId="0" sldId="2147483705"/>
          </pc:sldLayoutMkLst>
        </pc:sldLayoutChg>
      </pc:sldMasterChg>
      <pc:sldMasterChg chg="del delSldLayout">
        <pc:chgData name="YAZHVENDHAN K M" userId="dd3c863f6fdb5820" providerId="LiveId" clId="{C1F58DCC-B88F-4BAF-9ED5-41BEFDBB9862}" dt="2025-06-03T17:55:14.115" v="3"/>
        <pc:sldMasterMkLst>
          <pc:docMk/>
          <pc:sldMasterMk cId="0" sldId="2147483706"/>
        </pc:sldMasterMkLst>
        <pc:sldLayoutChg chg="del">
          <pc:chgData name="YAZHVENDHAN K M" userId="dd3c863f6fdb5820" providerId="LiveId" clId="{C1F58DCC-B88F-4BAF-9ED5-41BEFDBB9862}" dt="2025-06-03T17:55:14.115" v="3"/>
          <pc:sldLayoutMkLst>
            <pc:docMk/>
            <pc:sldMasterMk cId="0" sldId="2147483706"/>
            <pc:sldLayoutMk cId="0" sldId="2147483707"/>
          </pc:sldLayoutMkLst>
        </pc:sldLayoutChg>
      </pc:sldMasterChg>
      <pc:sldMasterChg chg="del delSldLayout">
        <pc:chgData name="YAZHVENDHAN K M" userId="dd3c863f6fdb5820" providerId="LiveId" clId="{C1F58DCC-B88F-4BAF-9ED5-41BEFDBB9862}" dt="2025-06-03T17:55:14.115" v="3"/>
        <pc:sldMasterMkLst>
          <pc:docMk/>
          <pc:sldMasterMk cId="0" sldId="2147483708"/>
        </pc:sldMasterMkLst>
        <pc:sldLayoutChg chg="del">
          <pc:chgData name="YAZHVENDHAN K M" userId="dd3c863f6fdb5820" providerId="LiveId" clId="{C1F58DCC-B88F-4BAF-9ED5-41BEFDBB9862}" dt="2025-06-03T17:55:14.115" v="3"/>
          <pc:sldLayoutMkLst>
            <pc:docMk/>
            <pc:sldMasterMk cId="0" sldId="2147483708"/>
            <pc:sldLayoutMk cId="0" sldId="2147483709"/>
          </pc:sldLayoutMkLst>
        </pc:sldLayoutChg>
      </pc:sldMasterChg>
      <pc:sldMasterChg chg="del delSldLayout">
        <pc:chgData name="YAZHVENDHAN K M" userId="dd3c863f6fdb5820" providerId="LiveId" clId="{C1F58DCC-B88F-4BAF-9ED5-41BEFDBB9862}" dt="2025-06-03T17:55:14.115" v="3"/>
        <pc:sldMasterMkLst>
          <pc:docMk/>
          <pc:sldMasterMk cId="0" sldId="2147483710"/>
        </pc:sldMasterMkLst>
        <pc:sldLayoutChg chg="del">
          <pc:chgData name="YAZHVENDHAN K M" userId="dd3c863f6fdb5820" providerId="LiveId" clId="{C1F58DCC-B88F-4BAF-9ED5-41BEFDBB9862}" dt="2025-06-03T17:55:14.115" v="3"/>
          <pc:sldLayoutMkLst>
            <pc:docMk/>
            <pc:sldMasterMk cId="0" sldId="2147483710"/>
            <pc:sldLayoutMk cId="0" sldId="2147483711"/>
          </pc:sldLayoutMkLst>
        </pc:sldLayoutChg>
      </pc:sldMasterChg>
      <pc:sldMasterChg chg="del delSldLayout">
        <pc:chgData name="YAZHVENDHAN K M" userId="dd3c863f6fdb5820" providerId="LiveId" clId="{C1F58DCC-B88F-4BAF-9ED5-41BEFDBB9862}" dt="2025-06-03T17:55:14.115" v="3"/>
        <pc:sldMasterMkLst>
          <pc:docMk/>
          <pc:sldMasterMk cId="0" sldId="2147483712"/>
        </pc:sldMasterMkLst>
        <pc:sldLayoutChg chg="del">
          <pc:chgData name="YAZHVENDHAN K M" userId="dd3c863f6fdb5820" providerId="LiveId" clId="{C1F58DCC-B88F-4BAF-9ED5-41BEFDBB9862}" dt="2025-06-03T17:55:14.115" v="3"/>
          <pc:sldLayoutMkLst>
            <pc:docMk/>
            <pc:sldMasterMk cId="0" sldId="2147483712"/>
            <pc:sldLayoutMk cId="0" sldId="2147483713"/>
          </pc:sldLayoutMkLst>
        </pc:sldLayoutChg>
      </pc:sldMasterChg>
      <pc:sldMasterChg chg="del delSldLayout">
        <pc:chgData name="YAZHVENDHAN K M" userId="dd3c863f6fdb5820" providerId="LiveId" clId="{C1F58DCC-B88F-4BAF-9ED5-41BEFDBB9862}" dt="2025-06-03T17:55:14.115" v="3"/>
        <pc:sldMasterMkLst>
          <pc:docMk/>
          <pc:sldMasterMk cId="0" sldId="2147483714"/>
        </pc:sldMasterMkLst>
        <pc:sldLayoutChg chg="del">
          <pc:chgData name="YAZHVENDHAN K M" userId="dd3c863f6fdb5820" providerId="LiveId" clId="{C1F58DCC-B88F-4BAF-9ED5-41BEFDBB9862}" dt="2025-06-03T17:55:14.115" v="3"/>
          <pc:sldLayoutMkLst>
            <pc:docMk/>
            <pc:sldMasterMk cId="0" sldId="2147483714"/>
            <pc:sldLayoutMk cId="0" sldId="2147483715"/>
          </pc:sldLayoutMkLst>
        </pc:sldLayoutChg>
      </pc:sldMasterChg>
      <pc:sldMasterChg chg="del delSldLayout">
        <pc:chgData name="YAZHVENDHAN K M" userId="dd3c863f6fdb5820" providerId="LiveId" clId="{C1F58DCC-B88F-4BAF-9ED5-41BEFDBB9862}" dt="2025-06-03T17:55:14.115" v="3"/>
        <pc:sldMasterMkLst>
          <pc:docMk/>
          <pc:sldMasterMk cId="0" sldId="2147483716"/>
        </pc:sldMasterMkLst>
        <pc:sldLayoutChg chg="del">
          <pc:chgData name="YAZHVENDHAN K M" userId="dd3c863f6fdb5820" providerId="LiveId" clId="{C1F58DCC-B88F-4BAF-9ED5-41BEFDBB9862}" dt="2025-06-03T17:55:14.115" v="3"/>
          <pc:sldLayoutMkLst>
            <pc:docMk/>
            <pc:sldMasterMk cId="0" sldId="2147483716"/>
            <pc:sldLayoutMk cId="0" sldId="2147483717"/>
          </pc:sldLayoutMkLst>
        </pc:sldLayoutChg>
      </pc:sldMasterChg>
      <pc:sldMasterChg chg="del delSldLayout">
        <pc:chgData name="YAZHVENDHAN K M" userId="dd3c863f6fdb5820" providerId="LiveId" clId="{C1F58DCC-B88F-4BAF-9ED5-41BEFDBB9862}" dt="2025-06-03T17:55:14.115" v="3"/>
        <pc:sldMasterMkLst>
          <pc:docMk/>
          <pc:sldMasterMk cId="0" sldId="2147483718"/>
        </pc:sldMasterMkLst>
        <pc:sldLayoutChg chg="del">
          <pc:chgData name="YAZHVENDHAN K M" userId="dd3c863f6fdb5820" providerId="LiveId" clId="{C1F58DCC-B88F-4BAF-9ED5-41BEFDBB9862}" dt="2025-06-03T17:55:14.115" v="3"/>
          <pc:sldLayoutMkLst>
            <pc:docMk/>
            <pc:sldMasterMk cId="0" sldId="2147483718"/>
            <pc:sldLayoutMk cId="0" sldId="2147483719"/>
          </pc:sldLayoutMkLst>
        </pc:sldLayoutChg>
      </pc:sldMasterChg>
      <pc:sldMasterChg chg="del delSldLayout">
        <pc:chgData name="YAZHVENDHAN K M" userId="dd3c863f6fdb5820" providerId="LiveId" clId="{C1F58DCC-B88F-4BAF-9ED5-41BEFDBB9862}" dt="2025-06-03T17:55:14.115" v="3"/>
        <pc:sldMasterMkLst>
          <pc:docMk/>
          <pc:sldMasterMk cId="0" sldId="2147483720"/>
        </pc:sldMasterMkLst>
        <pc:sldLayoutChg chg="del">
          <pc:chgData name="YAZHVENDHAN K M" userId="dd3c863f6fdb5820" providerId="LiveId" clId="{C1F58DCC-B88F-4BAF-9ED5-41BEFDBB9862}" dt="2025-06-03T17:55:14.115" v="3"/>
          <pc:sldLayoutMkLst>
            <pc:docMk/>
            <pc:sldMasterMk cId="0" sldId="2147483720"/>
            <pc:sldLayoutMk cId="0" sldId="2147483721"/>
          </pc:sldLayoutMkLst>
        </pc:sldLayoutChg>
      </pc:sldMasterChg>
      <pc:sldMasterChg chg="del delSldLayout">
        <pc:chgData name="YAZHVENDHAN K M" userId="dd3c863f6fdb5820" providerId="LiveId" clId="{C1F58DCC-B88F-4BAF-9ED5-41BEFDBB9862}" dt="2025-06-03T17:55:14.115" v="3"/>
        <pc:sldMasterMkLst>
          <pc:docMk/>
          <pc:sldMasterMk cId="0" sldId="2147483722"/>
        </pc:sldMasterMkLst>
        <pc:sldLayoutChg chg="del">
          <pc:chgData name="YAZHVENDHAN K M" userId="dd3c863f6fdb5820" providerId="LiveId" clId="{C1F58DCC-B88F-4BAF-9ED5-41BEFDBB9862}" dt="2025-06-03T17:55:14.115" v="3"/>
          <pc:sldLayoutMkLst>
            <pc:docMk/>
            <pc:sldMasterMk cId="0" sldId="2147483722"/>
            <pc:sldLayoutMk cId="0" sldId="2147483723"/>
          </pc:sldLayoutMkLst>
        </pc:sldLayoutChg>
      </pc:sldMasterChg>
      <pc:sldMasterChg chg="del delSldLayout">
        <pc:chgData name="YAZHVENDHAN K M" userId="dd3c863f6fdb5820" providerId="LiveId" clId="{C1F58DCC-B88F-4BAF-9ED5-41BEFDBB9862}" dt="2025-06-03T17:55:14.115" v="3"/>
        <pc:sldMasterMkLst>
          <pc:docMk/>
          <pc:sldMasterMk cId="0" sldId="2147483728"/>
        </pc:sldMasterMkLst>
        <pc:sldLayoutChg chg="del">
          <pc:chgData name="YAZHVENDHAN K M" userId="dd3c863f6fdb5820" providerId="LiveId" clId="{C1F58DCC-B88F-4BAF-9ED5-41BEFDBB9862}" dt="2025-06-03T17:55:14.115" v="3"/>
          <pc:sldLayoutMkLst>
            <pc:docMk/>
            <pc:sldMasterMk cId="0" sldId="2147483728"/>
            <pc:sldLayoutMk cId="0" sldId="2147483729"/>
          </pc:sldLayoutMkLst>
        </pc:sldLayoutChg>
      </pc:sldMasterChg>
      <pc:sldMasterChg chg="del delSldLayout">
        <pc:chgData name="YAZHVENDHAN K M" userId="dd3c863f6fdb5820" providerId="LiveId" clId="{C1F58DCC-B88F-4BAF-9ED5-41BEFDBB9862}" dt="2025-06-03T17:55:14.115" v="3"/>
        <pc:sldMasterMkLst>
          <pc:docMk/>
          <pc:sldMasterMk cId="0" sldId="2147483730"/>
        </pc:sldMasterMkLst>
        <pc:sldLayoutChg chg="del">
          <pc:chgData name="YAZHVENDHAN K M" userId="dd3c863f6fdb5820" providerId="LiveId" clId="{C1F58DCC-B88F-4BAF-9ED5-41BEFDBB9862}" dt="2025-06-03T17:55:14.115" v="3"/>
          <pc:sldLayoutMkLst>
            <pc:docMk/>
            <pc:sldMasterMk cId="0" sldId="2147483730"/>
            <pc:sldLayoutMk cId="0" sldId="2147483731"/>
          </pc:sldLayoutMkLst>
        </pc:sldLayoutChg>
      </pc:sldMasterChg>
      <pc:sldMasterChg chg="del delSldLayout">
        <pc:chgData name="YAZHVENDHAN K M" userId="dd3c863f6fdb5820" providerId="LiveId" clId="{C1F58DCC-B88F-4BAF-9ED5-41BEFDBB9862}" dt="2025-06-03T17:55:14.115" v="3"/>
        <pc:sldMasterMkLst>
          <pc:docMk/>
          <pc:sldMasterMk cId="0" sldId="2147483732"/>
        </pc:sldMasterMkLst>
        <pc:sldLayoutChg chg="del">
          <pc:chgData name="YAZHVENDHAN K M" userId="dd3c863f6fdb5820" providerId="LiveId" clId="{C1F58DCC-B88F-4BAF-9ED5-41BEFDBB9862}" dt="2025-06-03T17:55:14.115" v="3"/>
          <pc:sldLayoutMkLst>
            <pc:docMk/>
            <pc:sldMasterMk cId="0" sldId="2147483732"/>
            <pc:sldLayoutMk cId="0" sldId="2147483733"/>
          </pc:sldLayoutMkLst>
        </pc:sldLayoutChg>
      </pc:sldMasterChg>
      <pc:sldMasterChg chg="del delSldLayout">
        <pc:chgData name="YAZHVENDHAN K M" userId="dd3c863f6fdb5820" providerId="LiveId" clId="{C1F58DCC-B88F-4BAF-9ED5-41BEFDBB9862}" dt="2025-06-03T18:50:16.461" v="866" actId="47"/>
        <pc:sldMasterMkLst>
          <pc:docMk/>
          <pc:sldMasterMk cId="0" sldId="2147483734"/>
        </pc:sldMasterMkLst>
        <pc:sldLayoutChg chg="del">
          <pc:chgData name="YAZHVENDHAN K M" userId="dd3c863f6fdb5820" providerId="LiveId" clId="{C1F58DCC-B88F-4BAF-9ED5-41BEFDBB9862}" dt="2025-06-03T18:50:16.461" v="866" actId="47"/>
          <pc:sldLayoutMkLst>
            <pc:docMk/>
            <pc:sldMasterMk cId="0" sldId="2147483734"/>
            <pc:sldLayoutMk cId="0" sldId="2147483735"/>
          </pc:sldLayoutMkLst>
        </pc:sldLayoutChg>
      </pc:sldMasterChg>
      <pc:sldMasterChg chg="del delSldLayout">
        <pc:chgData name="YAZHVENDHAN K M" userId="dd3c863f6fdb5820" providerId="LiveId" clId="{C1F58DCC-B88F-4BAF-9ED5-41BEFDBB9862}" dt="2025-06-03T17:55:14.115" v="3"/>
        <pc:sldMasterMkLst>
          <pc:docMk/>
          <pc:sldMasterMk cId="0" sldId="2147483736"/>
        </pc:sldMasterMkLst>
        <pc:sldLayoutChg chg="del">
          <pc:chgData name="YAZHVENDHAN K M" userId="dd3c863f6fdb5820" providerId="LiveId" clId="{C1F58DCC-B88F-4BAF-9ED5-41BEFDBB9862}" dt="2025-06-03T17:55:14.115" v="3"/>
          <pc:sldLayoutMkLst>
            <pc:docMk/>
            <pc:sldMasterMk cId="0" sldId="2147483736"/>
            <pc:sldLayoutMk cId="0" sldId="2147483737"/>
          </pc:sldLayoutMkLst>
        </pc:sldLayoutChg>
      </pc:sldMasterChg>
      <pc:sldMasterChg chg="del delSldLayout">
        <pc:chgData name="YAZHVENDHAN K M" userId="dd3c863f6fdb5820" providerId="LiveId" clId="{C1F58DCC-B88F-4BAF-9ED5-41BEFDBB9862}" dt="2025-06-03T17:55:14.115" v="3"/>
        <pc:sldMasterMkLst>
          <pc:docMk/>
          <pc:sldMasterMk cId="0" sldId="2147483738"/>
        </pc:sldMasterMkLst>
        <pc:sldLayoutChg chg="del">
          <pc:chgData name="YAZHVENDHAN K M" userId="dd3c863f6fdb5820" providerId="LiveId" clId="{C1F58DCC-B88F-4BAF-9ED5-41BEFDBB9862}" dt="2025-06-03T17:55:14.115" v="3"/>
          <pc:sldLayoutMkLst>
            <pc:docMk/>
            <pc:sldMasterMk cId="0" sldId="2147483738"/>
            <pc:sldLayoutMk cId="0" sldId="2147483739"/>
          </pc:sldLayoutMkLst>
        </pc:sldLayoutChg>
      </pc:sldMasterChg>
      <pc:sldMasterChg chg="del delSldLayout">
        <pc:chgData name="YAZHVENDHAN K M" userId="dd3c863f6fdb5820" providerId="LiveId" clId="{C1F58DCC-B88F-4BAF-9ED5-41BEFDBB9862}" dt="2025-06-03T17:55:14.115" v="3"/>
        <pc:sldMasterMkLst>
          <pc:docMk/>
          <pc:sldMasterMk cId="0" sldId="2147483740"/>
        </pc:sldMasterMkLst>
        <pc:sldLayoutChg chg="del">
          <pc:chgData name="YAZHVENDHAN K M" userId="dd3c863f6fdb5820" providerId="LiveId" clId="{C1F58DCC-B88F-4BAF-9ED5-41BEFDBB9862}" dt="2025-06-03T17:55:14.115" v="3"/>
          <pc:sldLayoutMkLst>
            <pc:docMk/>
            <pc:sldMasterMk cId="0" sldId="2147483740"/>
            <pc:sldLayoutMk cId="0" sldId="2147483741"/>
          </pc:sldLayoutMkLst>
        </pc:sldLayoutChg>
      </pc:sldMasterChg>
      <pc:sldMasterChg chg="del delSldLayout">
        <pc:chgData name="YAZHVENDHAN K M" userId="dd3c863f6fdb5820" providerId="LiveId" clId="{C1F58DCC-B88F-4BAF-9ED5-41BEFDBB9862}" dt="2025-06-03T17:55:14.115" v="3"/>
        <pc:sldMasterMkLst>
          <pc:docMk/>
          <pc:sldMasterMk cId="0" sldId="2147483742"/>
        </pc:sldMasterMkLst>
        <pc:sldLayoutChg chg="del">
          <pc:chgData name="YAZHVENDHAN K M" userId="dd3c863f6fdb5820" providerId="LiveId" clId="{C1F58DCC-B88F-4BAF-9ED5-41BEFDBB9862}" dt="2025-06-03T17:55:14.115" v="3"/>
          <pc:sldLayoutMkLst>
            <pc:docMk/>
            <pc:sldMasterMk cId="0" sldId="2147483742"/>
            <pc:sldLayoutMk cId="0" sldId="2147483743"/>
          </pc:sldLayoutMkLst>
        </pc:sldLayoutChg>
      </pc:sldMasterChg>
      <pc:sldMasterChg chg="del delSldLayout">
        <pc:chgData name="YAZHVENDHAN K M" userId="dd3c863f6fdb5820" providerId="LiveId" clId="{C1F58DCC-B88F-4BAF-9ED5-41BEFDBB9862}" dt="2025-06-03T17:55:14.115" v="3"/>
        <pc:sldMasterMkLst>
          <pc:docMk/>
          <pc:sldMasterMk cId="0" sldId="2147483744"/>
        </pc:sldMasterMkLst>
        <pc:sldLayoutChg chg="del">
          <pc:chgData name="YAZHVENDHAN K M" userId="dd3c863f6fdb5820" providerId="LiveId" clId="{C1F58DCC-B88F-4BAF-9ED5-41BEFDBB9862}" dt="2025-06-03T17:55:14.115" v="3"/>
          <pc:sldLayoutMkLst>
            <pc:docMk/>
            <pc:sldMasterMk cId="0" sldId="2147483744"/>
            <pc:sldLayoutMk cId="0" sldId="2147483745"/>
          </pc:sldLayoutMkLst>
        </pc:sldLayoutChg>
      </pc:sldMasterChg>
      <pc:sldMasterChg chg="del delSldLayout">
        <pc:chgData name="YAZHVENDHAN K M" userId="dd3c863f6fdb5820" providerId="LiveId" clId="{C1F58DCC-B88F-4BAF-9ED5-41BEFDBB9862}" dt="2025-06-03T17:55:14.115" v="3"/>
        <pc:sldMasterMkLst>
          <pc:docMk/>
          <pc:sldMasterMk cId="0" sldId="2147483746"/>
        </pc:sldMasterMkLst>
        <pc:sldLayoutChg chg="del">
          <pc:chgData name="YAZHVENDHAN K M" userId="dd3c863f6fdb5820" providerId="LiveId" clId="{C1F58DCC-B88F-4BAF-9ED5-41BEFDBB9862}" dt="2025-06-03T17:55:14.115" v="3"/>
          <pc:sldLayoutMkLst>
            <pc:docMk/>
            <pc:sldMasterMk cId="0" sldId="2147483746"/>
            <pc:sldLayoutMk cId="0" sldId="2147483747"/>
          </pc:sldLayoutMkLst>
        </pc:sldLayoutChg>
      </pc:sldMasterChg>
      <pc:sldMasterChg chg="del delSldLayout">
        <pc:chgData name="YAZHVENDHAN K M" userId="dd3c863f6fdb5820" providerId="LiveId" clId="{C1F58DCC-B88F-4BAF-9ED5-41BEFDBB9862}" dt="2025-06-03T17:55:14.115" v="3"/>
        <pc:sldMasterMkLst>
          <pc:docMk/>
          <pc:sldMasterMk cId="0" sldId="2147483748"/>
        </pc:sldMasterMkLst>
        <pc:sldLayoutChg chg="del">
          <pc:chgData name="YAZHVENDHAN K M" userId="dd3c863f6fdb5820" providerId="LiveId" clId="{C1F58DCC-B88F-4BAF-9ED5-41BEFDBB9862}" dt="2025-06-03T17:55:14.115" v="3"/>
          <pc:sldLayoutMkLst>
            <pc:docMk/>
            <pc:sldMasterMk cId="0" sldId="2147483748"/>
            <pc:sldLayoutMk cId="0" sldId="2147483749"/>
          </pc:sldLayoutMkLst>
        </pc:sldLayoutChg>
      </pc:sldMasterChg>
      <pc:sldMasterChg chg="del delSldLayout">
        <pc:chgData name="YAZHVENDHAN K M" userId="dd3c863f6fdb5820" providerId="LiveId" clId="{C1F58DCC-B88F-4BAF-9ED5-41BEFDBB9862}" dt="2025-06-03T17:55:14.115" v="3"/>
        <pc:sldMasterMkLst>
          <pc:docMk/>
          <pc:sldMasterMk cId="0" sldId="2147483750"/>
        </pc:sldMasterMkLst>
        <pc:sldLayoutChg chg="del">
          <pc:chgData name="YAZHVENDHAN K M" userId="dd3c863f6fdb5820" providerId="LiveId" clId="{C1F58DCC-B88F-4BAF-9ED5-41BEFDBB9862}" dt="2025-06-03T17:55:14.115" v="3"/>
          <pc:sldLayoutMkLst>
            <pc:docMk/>
            <pc:sldMasterMk cId="0" sldId="2147483750"/>
            <pc:sldLayoutMk cId="0" sldId="2147483751"/>
          </pc:sldLayoutMkLst>
        </pc:sldLayoutChg>
      </pc:sldMasterChg>
      <pc:sldMasterChg chg="del delSldLayout">
        <pc:chgData name="YAZHVENDHAN K M" userId="dd3c863f6fdb5820" providerId="LiveId" clId="{C1F58DCC-B88F-4BAF-9ED5-41BEFDBB9862}" dt="2025-06-03T17:55:14.115" v="3"/>
        <pc:sldMasterMkLst>
          <pc:docMk/>
          <pc:sldMasterMk cId="0" sldId="2147483752"/>
        </pc:sldMasterMkLst>
        <pc:sldLayoutChg chg="del">
          <pc:chgData name="YAZHVENDHAN K M" userId="dd3c863f6fdb5820" providerId="LiveId" clId="{C1F58DCC-B88F-4BAF-9ED5-41BEFDBB9862}" dt="2025-06-03T17:55:14.115" v="3"/>
          <pc:sldLayoutMkLst>
            <pc:docMk/>
            <pc:sldMasterMk cId="0" sldId="2147483752"/>
            <pc:sldLayoutMk cId="0" sldId="2147483753"/>
          </pc:sldLayoutMkLst>
        </pc:sldLayoutChg>
      </pc:sldMasterChg>
      <pc:sldMasterChg chg="del delSldLayout">
        <pc:chgData name="YAZHVENDHAN K M" userId="dd3c863f6fdb5820" providerId="LiveId" clId="{C1F58DCC-B88F-4BAF-9ED5-41BEFDBB9862}" dt="2025-06-03T17:55:14.115" v="3"/>
        <pc:sldMasterMkLst>
          <pc:docMk/>
          <pc:sldMasterMk cId="0" sldId="2147483754"/>
        </pc:sldMasterMkLst>
        <pc:sldLayoutChg chg="del">
          <pc:chgData name="YAZHVENDHAN K M" userId="dd3c863f6fdb5820" providerId="LiveId" clId="{C1F58DCC-B88F-4BAF-9ED5-41BEFDBB9862}" dt="2025-06-03T17:55:14.115" v="3"/>
          <pc:sldLayoutMkLst>
            <pc:docMk/>
            <pc:sldMasterMk cId="0" sldId="2147483754"/>
            <pc:sldLayoutMk cId="0" sldId="2147483755"/>
          </pc:sldLayoutMkLst>
        </pc:sldLayoutChg>
      </pc:sldMasterChg>
      <pc:sldMasterChg chg="del delSldLayout">
        <pc:chgData name="YAZHVENDHAN K M" userId="dd3c863f6fdb5820" providerId="LiveId" clId="{C1F58DCC-B88F-4BAF-9ED5-41BEFDBB9862}" dt="2025-06-03T17:55:14.115" v="3"/>
        <pc:sldMasterMkLst>
          <pc:docMk/>
          <pc:sldMasterMk cId="0" sldId="2147483756"/>
        </pc:sldMasterMkLst>
        <pc:sldLayoutChg chg="del">
          <pc:chgData name="YAZHVENDHAN K M" userId="dd3c863f6fdb5820" providerId="LiveId" clId="{C1F58DCC-B88F-4BAF-9ED5-41BEFDBB9862}" dt="2025-06-03T17:55:14.115" v="3"/>
          <pc:sldLayoutMkLst>
            <pc:docMk/>
            <pc:sldMasterMk cId="0" sldId="2147483756"/>
            <pc:sldLayoutMk cId="0" sldId="2147483757"/>
          </pc:sldLayoutMkLst>
        </pc:sldLayoutChg>
      </pc:sldMasterChg>
      <pc:sldMasterChg chg="del delSldLayout">
        <pc:chgData name="YAZHVENDHAN K M" userId="dd3c863f6fdb5820" providerId="LiveId" clId="{C1F58DCC-B88F-4BAF-9ED5-41BEFDBB9862}" dt="2025-06-03T17:55:14.115" v="3"/>
        <pc:sldMasterMkLst>
          <pc:docMk/>
          <pc:sldMasterMk cId="0" sldId="2147483758"/>
        </pc:sldMasterMkLst>
        <pc:sldLayoutChg chg="del">
          <pc:chgData name="YAZHVENDHAN K M" userId="dd3c863f6fdb5820" providerId="LiveId" clId="{C1F58DCC-B88F-4BAF-9ED5-41BEFDBB9862}" dt="2025-06-03T17:55:14.115" v="3"/>
          <pc:sldLayoutMkLst>
            <pc:docMk/>
            <pc:sldMasterMk cId="0" sldId="2147483758"/>
            <pc:sldLayoutMk cId="0" sldId="214748375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6" name="PlaceHolder 1"/>
          <p:cNvSpPr>
            <a:spLocks noGrp="1"/>
          </p:cNvSpPr>
          <p:nvPr>
            <p:ph type="title"/>
          </p:nvPr>
        </p:nvSpPr>
        <p:spPr>
          <a:xfrm>
            <a:off x="2832840" y="791280"/>
            <a:ext cx="3477960" cy="92232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7"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USTOM_13">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SECTION_TITLE_AND_DESCRIPTION_1">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3">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14">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15">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20">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3_1">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21">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7_2">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_8">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1040040" y="1324440"/>
            <a:ext cx="7063920" cy="2052360"/>
          </a:xfrm>
          <a:prstGeom prst="rect">
            <a:avLst/>
          </a:prstGeom>
          <a:noFill/>
          <a:ln w="0">
            <a:noFill/>
          </a:ln>
        </p:spPr>
        <p:txBody>
          <a:bodyPr lIns="91440" tIns="91440" rIns="91440" bIns="91440" anchor="b">
            <a:noAutofit/>
          </a:bodyPr>
          <a:lstStyle/>
          <a:p>
            <a:pPr indent="0">
              <a:buNone/>
            </a:pPr>
            <a:r>
              <a:rPr lang="fr-FR" sz="6500" b="0" strike="noStrike" spc="-1">
                <a:solidFill>
                  <a:schemeClr val="dk1"/>
                </a:solidFill>
                <a:latin typeface="Arial"/>
              </a:rPr>
              <a:t>Click to edit the title text format</a:t>
            </a:r>
          </a:p>
        </p:txBody>
      </p:sp>
      <p:cxnSp>
        <p:nvCxnSpPr>
          <p:cNvPr id="7" name="Google Shape;11;p2"/>
          <p:cNvCxnSpPr/>
          <p:nvPr/>
        </p:nvCxnSpPr>
        <p:spPr>
          <a:xfrm>
            <a:off x="-72360" y="273960"/>
            <a:ext cx="9287280" cy="360"/>
          </a:xfrm>
          <a:prstGeom prst="straightConnector1">
            <a:avLst/>
          </a:prstGeom>
          <a:ln w="28575">
            <a:solidFill>
              <a:srgbClr val="3F3533"/>
            </a:solidFill>
            <a:round/>
          </a:ln>
        </p:spPr>
      </p:cxnSp>
      <p:cxnSp>
        <p:nvCxnSpPr>
          <p:cNvPr id="2" name="Google Shape;12;p2"/>
          <p:cNvCxnSpPr/>
          <p:nvPr/>
        </p:nvCxnSpPr>
        <p:spPr>
          <a:xfrm rot="10800000" flipV="1">
            <a:off x="-257760" y="-72720"/>
            <a:ext cx="3047400" cy="1346400"/>
          </a:xfrm>
          <a:prstGeom prst="curvedConnector3">
            <a:avLst>
              <a:gd name="adj1" fmla="val 25000"/>
            </a:avLst>
          </a:prstGeom>
          <a:ln w="28575">
            <a:solidFill>
              <a:srgbClr val="3F3533"/>
            </a:solidFill>
            <a:round/>
          </a:ln>
        </p:spPr>
      </p:cxnSp>
      <p:cxnSp>
        <p:nvCxnSpPr>
          <p:cNvPr id="3" name="Google Shape;13;p2"/>
          <p:cNvCxnSpPr/>
          <p:nvPr/>
        </p:nvCxnSpPr>
        <p:spPr>
          <a:xfrm>
            <a:off x="-72360" y="4877280"/>
            <a:ext cx="9287280" cy="360"/>
          </a:xfrm>
          <a:prstGeom prst="straightConnector1">
            <a:avLst/>
          </a:prstGeom>
          <a:ln w="28575">
            <a:solidFill>
              <a:srgbClr val="3F3533"/>
            </a:solidFill>
            <a:round/>
          </a:ln>
        </p:spPr>
      </p:cxnSp>
      <p:cxnSp>
        <p:nvCxnSpPr>
          <p:cNvPr id="4" name="Google Shape;14;p2"/>
          <p:cNvCxnSpPr/>
          <p:nvPr/>
        </p:nvCxnSpPr>
        <p:spPr>
          <a:xfrm rot="10800000" flipV="1">
            <a:off x="6467040" y="3935160"/>
            <a:ext cx="3047760" cy="1346760"/>
          </a:xfrm>
          <a:prstGeom prst="curvedConnector3">
            <a:avLst>
              <a:gd name="adj1" fmla="val 24997"/>
            </a:avLst>
          </a:prstGeom>
          <a:ln w="28575">
            <a:solidFill>
              <a:srgbClr val="3F3533"/>
            </a:solidFill>
            <a:round/>
          </a:ln>
        </p:spPr>
      </p:cxnSp>
      <p:sp>
        <p:nvSpPr>
          <p:cNvPr id="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1731960" y="444960"/>
            <a:ext cx="567972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cxnSp>
        <p:nvCxnSpPr>
          <p:cNvPr id="46" name="Google Shape;128;p17"/>
          <p:cNvCxnSpPr/>
          <p:nvPr/>
        </p:nvCxnSpPr>
        <p:spPr>
          <a:xfrm>
            <a:off x="-72360" y="273960"/>
            <a:ext cx="9287280" cy="360"/>
          </a:xfrm>
          <a:prstGeom prst="straightConnector1">
            <a:avLst/>
          </a:prstGeom>
          <a:ln w="28575">
            <a:solidFill>
              <a:srgbClr val="3F3533"/>
            </a:solidFill>
            <a:round/>
          </a:ln>
        </p:spPr>
      </p:cxnSp>
      <p:cxnSp>
        <p:nvCxnSpPr>
          <p:cNvPr id="47" name="Google Shape;129;p17"/>
          <p:cNvCxnSpPr/>
          <p:nvPr/>
        </p:nvCxnSpPr>
        <p:spPr>
          <a:xfrm>
            <a:off x="-72360" y="4877280"/>
            <a:ext cx="9287280" cy="360"/>
          </a:xfrm>
          <a:prstGeom prst="straightConnector1">
            <a:avLst/>
          </a:prstGeom>
          <a:ln w="28575">
            <a:solidFill>
              <a:srgbClr val="3F3533"/>
            </a:solidFill>
            <a:round/>
          </a:ln>
        </p:spPr>
      </p:cxnSp>
      <p:cxnSp>
        <p:nvCxnSpPr>
          <p:cNvPr id="48" name="Google Shape;130;p17"/>
          <p:cNvCxnSpPr/>
          <p:nvPr/>
        </p:nvCxnSpPr>
        <p:spPr>
          <a:xfrm>
            <a:off x="-250200" y="4076280"/>
            <a:ext cx="1927080" cy="1161360"/>
          </a:xfrm>
          <a:prstGeom prst="curvedConnector2">
            <a:avLst/>
          </a:prstGeom>
          <a:ln w="28575">
            <a:solidFill>
              <a:srgbClr val="3F3533"/>
            </a:solidFill>
            <a:round/>
          </a:ln>
        </p:spPr>
      </p:cxnSp>
      <p:cxnSp>
        <p:nvCxnSpPr>
          <p:cNvPr id="49" name="Google Shape;131;p17"/>
          <p:cNvCxnSpPr/>
          <p:nvPr/>
        </p:nvCxnSpPr>
        <p:spPr>
          <a:xfrm>
            <a:off x="7440840" y="-48240"/>
            <a:ext cx="1927440" cy="1161000"/>
          </a:xfrm>
          <a:prstGeom prst="curvedConnector2">
            <a:avLst/>
          </a:prstGeom>
          <a:ln w="28575">
            <a:solidFill>
              <a:srgbClr val="3F3533"/>
            </a:solidFill>
            <a:round/>
          </a:ln>
        </p:spPr>
      </p:cxnSp>
      <p:sp>
        <p:nvSpPr>
          <p:cNvPr id="50"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1" name="PlaceHolder 1"/>
          <p:cNvSpPr>
            <a:spLocks noGrp="1"/>
          </p:cNvSpPr>
          <p:nvPr>
            <p:ph type="title"/>
          </p:nvPr>
        </p:nvSpPr>
        <p:spPr>
          <a:xfrm>
            <a:off x="713160" y="444960"/>
            <a:ext cx="567972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cxnSp>
        <p:nvCxnSpPr>
          <p:cNvPr id="52" name="Google Shape;135;p18"/>
          <p:cNvCxnSpPr/>
          <p:nvPr/>
        </p:nvCxnSpPr>
        <p:spPr>
          <a:xfrm>
            <a:off x="-72360" y="273960"/>
            <a:ext cx="9287280" cy="360"/>
          </a:xfrm>
          <a:prstGeom prst="straightConnector1">
            <a:avLst/>
          </a:prstGeom>
          <a:ln w="28575">
            <a:solidFill>
              <a:srgbClr val="3F3533"/>
            </a:solidFill>
            <a:round/>
          </a:ln>
        </p:spPr>
      </p:cxnSp>
      <p:cxnSp>
        <p:nvCxnSpPr>
          <p:cNvPr id="53" name="Google Shape;136;p18"/>
          <p:cNvCxnSpPr/>
          <p:nvPr/>
        </p:nvCxnSpPr>
        <p:spPr>
          <a:xfrm>
            <a:off x="-72360" y="4877280"/>
            <a:ext cx="9287280" cy="360"/>
          </a:xfrm>
          <a:prstGeom prst="straightConnector1">
            <a:avLst/>
          </a:prstGeom>
          <a:ln w="28575">
            <a:solidFill>
              <a:srgbClr val="3F3533"/>
            </a:solidFill>
            <a:round/>
          </a:ln>
        </p:spPr>
      </p:cxnSp>
      <p:cxnSp>
        <p:nvCxnSpPr>
          <p:cNvPr id="54" name="Google Shape;137;p18"/>
          <p:cNvCxnSpPr/>
          <p:nvPr/>
        </p:nvCxnSpPr>
        <p:spPr>
          <a:xfrm rot="10800000" flipV="1">
            <a:off x="5924880" y="2796840"/>
            <a:ext cx="3378240" cy="2467440"/>
          </a:xfrm>
          <a:prstGeom prst="curvedConnector2">
            <a:avLst/>
          </a:prstGeom>
          <a:ln w="28575">
            <a:solidFill>
              <a:srgbClr val="3F3533"/>
            </a:solidFill>
            <a:round/>
          </a:ln>
        </p:spPr>
      </p:cxnSp>
      <p:sp>
        <p:nvSpPr>
          <p:cNvPr id="5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845640" y="1482840"/>
            <a:ext cx="7452720" cy="1290960"/>
          </a:xfrm>
          <a:prstGeom prst="rect">
            <a:avLst/>
          </a:prstGeom>
          <a:noFill/>
          <a:ln w="0">
            <a:noFill/>
          </a:ln>
        </p:spPr>
        <p:txBody>
          <a:bodyPr lIns="91440" tIns="91440" rIns="91440" bIns="91440" anchor="t">
            <a:noAutofit/>
          </a:bodyPr>
          <a:lstStyle/>
          <a:p>
            <a:pPr indent="0">
              <a:buNone/>
            </a:pPr>
            <a:r>
              <a:rPr lang="fr-FR" sz="7000" b="0" strike="noStrike" spc="-1">
                <a:solidFill>
                  <a:schemeClr val="dk1"/>
                </a:solidFill>
                <a:latin typeface="Arial"/>
              </a:rPr>
              <a:t>Click to edit the title text format</a:t>
            </a:r>
          </a:p>
        </p:txBody>
      </p:sp>
      <p:cxnSp>
        <p:nvCxnSpPr>
          <p:cNvPr id="57" name="Google Shape;141;p19"/>
          <p:cNvCxnSpPr/>
          <p:nvPr/>
        </p:nvCxnSpPr>
        <p:spPr>
          <a:xfrm>
            <a:off x="-72360" y="273960"/>
            <a:ext cx="9287280" cy="360"/>
          </a:xfrm>
          <a:prstGeom prst="straightConnector1">
            <a:avLst/>
          </a:prstGeom>
          <a:ln w="28575">
            <a:solidFill>
              <a:srgbClr val="3F3533"/>
            </a:solidFill>
            <a:round/>
          </a:ln>
        </p:spPr>
      </p:cxnSp>
      <p:cxnSp>
        <p:nvCxnSpPr>
          <p:cNvPr id="58" name="Google Shape;142;p19"/>
          <p:cNvCxnSpPr/>
          <p:nvPr/>
        </p:nvCxnSpPr>
        <p:spPr>
          <a:xfrm>
            <a:off x="-72360" y="4877280"/>
            <a:ext cx="9287280" cy="360"/>
          </a:xfrm>
          <a:prstGeom prst="straightConnector1">
            <a:avLst/>
          </a:prstGeom>
          <a:ln w="28575">
            <a:solidFill>
              <a:srgbClr val="3F3533"/>
            </a:solidFill>
            <a:round/>
          </a:ln>
        </p:spPr>
      </p:cxnSp>
      <p:sp>
        <p:nvSpPr>
          <p:cNvPr id="59"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3742920" y="1549800"/>
            <a:ext cx="4544640" cy="1290960"/>
          </a:xfrm>
          <a:prstGeom prst="rect">
            <a:avLst/>
          </a:prstGeom>
          <a:noFill/>
          <a:ln w="0">
            <a:noFill/>
          </a:ln>
        </p:spPr>
        <p:txBody>
          <a:bodyPr lIns="91440" tIns="91440" rIns="91440" bIns="91440" anchor="t">
            <a:noAutofit/>
          </a:bodyPr>
          <a:lstStyle/>
          <a:p>
            <a:pPr indent="0">
              <a:buNone/>
            </a:pPr>
            <a:r>
              <a:rPr lang="fr-FR" sz="9000" b="0" strike="noStrike" spc="-1">
                <a:solidFill>
                  <a:schemeClr val="dk1"/>
                </a:solidFill>
                <a:latin typeface="Arial"/>
              </a:rPr>
              <a:t>Click to edit the title text format</a:t>
            </a:r>
          </a:p>
        </p:txBody>
      </p:sp>
      <p:cxnSp>
        <p:nvCxnSpPr>
          <p:cNvPr id="61" name="Google Shape;146;p20"/>
          <p:cNvCxnSpPr/>
          <p:nvPr/>
        </p:nvCxnSpPr>
        <p:spPr>
          <a:xfrm>
            <a:off x="-72360" y="273960"/>
            <a:ext cx="9287280" cy="360"/>
          </a:xfrm>
          <a:prstGeom prst="straightConnector1">
            <a:avLst/>
          </a:prstGeom>
          <a:ln w="28575">
            <a:solidFill>
              <a:srgbClr val="3F3533"/>
            </a:solidFill>
            <a:round/>
          </a:ln>
        </p:spPr>
      </p:cxnSp>
      <p:cxnSp>
        <p:nvCxnSpPr>
          <p:cNvPr id="62" name="Google Shape;147;p20"/>
          <p:cNvCxnSpPr/>
          <p:nvPr/>
        </p:nvCxnSpPr>
        <p:spPr>
          <a:xfrm>
            <a:off x="-72360" y="4877280"/>
            <a:ext cx="9287280" cy="360"/>
          </a:xfrm>
          <a:prstGeom prst="straightConnector1">
            <a:avLst/>
          </a:prstGeom>
          <a:ln w="28575">
            <a:solidFill>
              <a:srgbClr val="3F3533"/>
            </a:solidFill>
            <a:round/>
          </a:ln>
        </p:spPr>
      </p:cxnSp>
      <p:cxnSp>
        <p:nvCxnSpPr>
          <p:cNvPr id="63" name="Google Shape;148;p20"/>
          <p:cNvCxnSpPr/>
          <p:nvPr/>
        </p:nvCxnSpPr>
        <p:spPr>
          <a:xfrm>
            <a:off x="-250200" y="4076280"/>
            <a:ext cx="1927080" cy="1161360"/>
          </a:xfrm>
          <a:prstGeom prst="curvedConnector2">
            <a:avLst/>
          </a:prstGeom>
          <a:ln w="28575">
            <a:solidFill>
              <a:srgbClr val="3F3533"/>
            </a:solidFill>
            <a:round/>
          </a:ln>
        </p:spPr>
      </p:cxnSp>
      <p:cxnSp>
        <p:nvCxnSpPr>
          <p:cNvPr id="64" name="Google Shape;149;p20"/>
          <p:cNvCxnSpPr/>
          <p:nvPr/>
        </p:nvCxnSpPr>
        <p:spPr>
          <a:xfrm>
            <a:off x="7440840" y="-48240"/>
            <a:ext cx="1927440" cy="1161000"/>
          </a:xfrm>
          <a:prstGeom prst="curvedConnector2">
            <a:avLst/>
          </a:prstGeom>
          <a:ln w="28575">
            <a:solidFill>
              <a:srgbClr val="3F3533"/>
            </a:solidFill>
            <a:round/>
          </a:ln>
        </p:spPr>
      </p:cxnSp>
      <p:cxnSp>
        <p:nvCxnSpPr>
          <p:cNvPr id="65" name="Google Shape;150;p20"/>
          <p:cNvCxnSpPr/>
          <p:nvPr/>
        </p:nvCxnSpPr>
        <p:spPr>
          <a:xfrm rot="10800000" flipV="1">
            <a:off x="7454160" y="4053240"/>
            <a:ext cx="1927080" cy="1161360"/>
          </a:xfrm>
          <a:prstGeom prst="curvedConnector2">
            <a:avLst/>
          </a:prstGeom>
          <a:ln w="28575">
            <a:solidFill>
              <a:srgbClr val="3F3533"/>
            </a:solidFill>
            <a:round/>
          </a:ln>
        </p:spPr>
      </p:cxnSp>
      <p:cxnSp>
        <p:nvCxnSpPr>
          <p:cNvPr id="66" name="Google Shape;151;p20"/>
          <p:cNvCxnSpPr/>
          <p:nvPr/>
        </p:nvCxnSpPr>
        <p:spPr>
          <a:xfrm rot="10800000" flipV="1">
            <a:off x="-237240" y="-70920"/>
            <a:ext cx="1926720" cy="1161000"/>
          </a:xfrm>
          <a:prstGeom prst="curvedConnector2">
            <a:avLst/>
          </a:prstGeom>
          <a:ln w="28575">
            <a:solidFill>
              <a:srgbClr val="3F3533"/>
            </a:solidFill>
            <a:round/>
          </a:ln>
        </p:spPr>
      </p:cxnSp>
      <p:sp>
        <p:nvSpPr>
          <p:cNvPr id="6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68" name="PlaceHolder 1"/>
          <p:cNvSpPr>
            <a:spLocks noGrp="1"/>
          </p:cNvSpPr>
          <p:nvPr>
            <p:ph type="title"/>
          </p:nvPr>
        </p:nvSpPr>
        <p:spPr>
          <a:xfrm>
            <a:off x="867240" y="2366280"/>
            <a:ext cx="7409160" cy="817920"/>
          </a:xfrm>
          <a:prstGeom prst="rect">
            <a:avLst/>
          </a:prstGeom>
          <a:noFill/>
          <a:ln w="0">
            <a:noFill/>
          </a:ln>
        </p:spPr>
        <p:txBody>
          <a:bodyPr lIns="91440" tIns="91440" rIns="91440" bIns="91440" anchor="t">
            <a:noAutofit/>
          </a:bodyPr>
          <a:lstStyle/>
          <a:p>
            <a:pPr indent="0">
              <a:buNone/>
            </a:pPr>
            <a:r>
              <a:rPr lang="fr-FR" sz="5000" b="0" strike="noStrike" spc="-1">
                <a:solidFill>
                  <a:schemeClr val="dk1"/>
                </a:solidFill>
                <a:latin typeface="Arial"/>
              </a:rPr>
              <a:t>Click to edit the title text format</a:t>
            </a:r>
          </a:p>
        </p:txBody>
      </p:sp>
      <p:sp>
        <p:nvSpPr>
          <p:cNvPr id="69" name="PlaceHolder 2"/>
          <p:cNvSpPr>
            <a:spLocks noGrp="1"/>
          </p:cNvSpPr>
          <p:nvPr>
            <p:ph type="title"/>
          </p:nvPr>
        </p:nvSpPr>
        <p:spPr>
          <a:xfrm>
            <a:off x="3746520" y="1339200"/>
            <a:ext cx="1650600" cy="978120"/>
          </a:xfrm>
          <a:prstGeom prst="rect">
            <a:avLst/>
          </a:prstGeom>
          <a:noFill/>
          <a:ln w="0">
            <a:noFill/>
          </a:ln>
        </p:spPr>
        <p:txBody>
          <a:bodyPr lIns="91440" tIns="91440" rIns="91440" bIns="91440" anchor="t">
            <a:noAutofit/>
          </a:bodyPr>
          <a:lstStyle/>
          <a:p>
            <a:pPr indent="0" algn="ctr">
              <a:lnSpc>
                <a:spcPct val="100000"/>
              </a:lnSpc>
              <a:buNone/>
            </a:pPr>
            <a:r>
              <a:rPr lang="fr-FR" sz="7000" b="0" strike="noStrike" spc="-1">
                <a:solidFill>
                  <a:schemeClr val="accent1"/>
                </a:solidFill>
                <a:latin typeface="Vidaloka"/>
                <a:ea typeface="Vidaloka"/>
              </a:rPr>
              <a:t>xx%</a:t>
            </a:r>
            <a:endParaRPr lang="fr-FR" sz="7000" b="0" strike="noStrike" spc="-1">
              <a:solidFill>
                <a:schemeClr val="dk1"/>
              </a:solidFill>
              <a:latin typeface="Arial"/>
            </a:endParaRPr>
          </a:p>
        </p:txBody>
      </p:sp>
      <p:cxnSp>
        <p:nvCxnSpPr>
          <p:cNvPr id="70" name="Google Shape;19;p3"/>
          <p:cNvCxnSpPr/>
          <p:nvPr/>
        </p:nvCxnSpPr>
        <p:spPr>
          <a:xfrm>
            <a:off x="-72360" y="273960"/>
            <a:ext cx="9287280" cy="360"/>
          </a:xfrm>
          <a:prstGeom prst="straightConnector1">
            <a:avLst/>
          </a:prstGeom>
          <a:ln w="28575">
            <a:solidFill>
              <a:srgbClr val="3F3533"/>
            </a:solidFill>
            <a:round/>
          </a:ln>
        </p:spPr>
      </p:cxnSp>
      <p:cxnSp>
        <p:nvCxnSpPr>
          <p:cNvPr id="71" name="Google Shape;20;p3"/>
          <p:cNvCxnSpPr/>
          <p:nvPr/>
        </p:nvCxnSpPr>
        <p:spPr>
          <a:xfrm>
            <a:off x="-72360" y="4877280"/>
            <a:ext cx="9287280" cy="360"/>
          </a:xfrm>
          <a:prstGeom prst="straightConnector1">
            <a:avLst/>
          </a:prstGeom>
          <a:ln w="28575">
            <a:solidFill>
              <a:srgbClr val="3F3533"/>
            </a:solidFill>
            <a:round/>
          </a:ln>
        </p:spPr>
      </p:cxnSp>
      <p:cxnSp>
        <p:nvCxnSpPr>
          <p:cNvPr id="72" name="Google Shape;21;p3"/>
          <p:cNvCxnSpPr/>
          <p:nvPr/>
        </p:nvCxnSpPr>
        <p:spPr>
          <a:xfrm rot="10800000" flipV="1">
            <a:off x="7948440" y="3979080"/>
            <a:ext cx="1378800" cy="1236960"/>
          </a:xfrm>
          <a:prstGeom prst="curvedConnector2">
            <a:avLst/>
          </a:prstGeom>
          <a:ln w="28575">
            <a:solidFill>
              <a:srgbClr val="3F3533"/>
            </a:solidFill>
            <a:round/>
          </a:ln>
        </p:spPr>
      </p:cxnSp>
      <p:cxnSp>
        <p:nvCxnSpPr>
          <p:cNvPr id="73" name="Google Shape;22;p3"/>
          <p:cNvCxnSpPr/>
          <p:nvPr/>
        </p:nvCxnSpPr>
        <p:spPr>
          <a:xfrm rot="10800000" flipV="1">
            <a:off x="-112680" y="-88560"/>
            <a:ext cx="1418760" cy="1064520"/>
          </a:xfrm>
          <a:prstGeom prst="curvedConnector2">
            <a:avLst/>
          </a:prstGeom>
          <a:ln w="28575">
            <a:solidFill>
              <a:srgbClr val="3F3533"/>
            </a:solidFill>
            <a:round/>
          </a:ln>
        </p:spPr>
      </p:cxnSp>
      <p:sp>
        <p:nvSpPr>
          <p:cNvPr id="74"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75" name="PlaceHolder 1"/>
          <p:cNvSpPr>
            <a:spLocks noGrp="1"/>
          </p:cNvSpPr>
          <p:nvPr>
            <p:ph type="title"/>
          </p:nvPr>
        </p:nvSpPr>
        <p:spPr>
          <a:xfrm>
            <a:off x="427320" y="2511720"/>
            <a:ext cx="4965120" cy="1113120"/>
          </a:xfrm>
          <a:prstGeom prst="rect">
            <a:avLst/>
          </a:prstGeom>
          <a:noFill/>
          <a:ln w="0">
            <a:noFill/>
          </a:ln>
        </p:spPr>
        <p:txBody>
          <a:bodyPr lIns="91440" tIns="91440" rIns="91440" bIns="91440" anchor="t">
            <a:noAutofit/>
          </a:bodyPr>
          <a:lstStyle/>
          <a:p>
            <a:pPr indent="0">
              <a:buNone/>
            </a:pPr>
            <a:r>
              <a:rPr lang="fr-FR" sz="4000" b="0" strike="noStrike" spc="-1">
                <a:solidFill>
                  <a:schemeClr val="dk1"/>
                </a:solidFill>
                <a:latin typeface="Arial"/>
              </a:rPr>
              <a:t>Click to edit the title text format</a:t>
            </a:r>
          </a:p>
        </p:txBody>
      </p:sp>
      <p:sp>
        <p:nvSpPr>
          <p:cNvPr id="76" name="PlaceHolder 2"/>
          <p:cNvSpPr>
            <a:spLocks noGrp="1"/>
          </p:cNvSpPr>
          <p:nvPr>
            <p:ph type="title"/>
          </p:nvPr>
        </p:nvSpPr>
        <p:spPr>
          <a:xfrm>
            <a:off x="3741840" y="1484640"/>
            <a:ext cx="1650600" cy="978120"/>
          </a:xfrm>
          <a:prstGeom prst="rect">
            <a:avLst/>
          </a:prstGeom>
          <a:noFill/>
          <a:ln w="0">
            <a:noFill/>
          </a:ln>
        </p:spPr>
        <p:txBody>
          <a:bodyPr lIns="91440" tIns="91440" rIns="91440" bIns="91440" anchor="t">
            <a:noAutofit/>
          </a:bodyPr>
          <a:lstStyle/>
          <a:p>
            <a:pPr indent="0" algn="r">
              <a:lnSpc>
                <a:spcPct val="100000"/>
              </a:lnSpc>
              <a:buNone/>
            </a:pPr>
            <a:r>
              <a:rPr lang="fr-FR" sz="7000" b="0" strike="noStrike" spc="-1">
                <a:solidFill>
                  <a:schemeClr val="accent1"/>
                </a:solidFill>
                <a:latin typeface="Vidaloka"/>
                <a:ea typeface="Vidaloka"/>
              </a:rPr>
              <a:t>xx%</a:t>
            </a:r>
            <a:endParaRPr lang="fr-FR" sz="7000" b="0" strike="noStrike" spc="-1">
              <a:solidFill>
                <a:schemeClr val="dk1"/>
              </a:solidFill>
              <a:latin typeface="Arial"/>
            </a:endParaRPr>
          </a:p>
        </p:txBody>
      </p:sp>
      <p:cxnSp>
        <p:nvCxnSpPr>
          <p:cNvPr id="77" name="Google Shape;156;p21"/>
          <p:cNvCxnSpPr/>
          <p:nvPr/>
        </p:nvCxnSpPr>
        <p:spPr>
          <a:xfrm flipH="1">
            <a:off x="0" y="273960"/>
            <a:ext cx="9287280" cy="360"/>
          </a:xfrm>
          <a:prstGeom prst="straightConnector1">
            <a:avLst/>
          </a:prstGeom>
          <a:ln w="28575">
            <a:solidFill>
              <a:srgbClr val="3F3533"/>
            </a:solidFill>
            <a:round/>
          </a:ln>
        </p:spPr>
      </p:cxnSp>
      <p:cxnSp>
        <p:nvCxnSpPr>
          <p:cNvPr id="78" name="Google Shape;157;p21"/>
          <p:cNvCxnSpPr/>
          <p:nvPr/>
        </p:nvCxnSpPr>
        <p:spPr>
          <a:xfrm flipH="1">
            <a:off x="0" y="4877280"/>
            <a:ext cx="9287280" cy="360"/>
          </a:xfrm>
          <a:prstGeom prst="straightConnector1">
            <a:avLst/>
          </a:prstGeom>
          <a:ln w="28575">
            <a:solidFill>
              <a:srgbClr val="3F3533"/>
            </a:solidFill>
            <a:round/>
          </a:ln>
        </p:spPr>
      </p:cxnSp>
      <p:cxnSp>
        <p:nvCxnSpPr>
          <p:cNvPr id="79" name="Google Shape;158;p21"/>
          <p:cNvCxnSpPr/>
          <p:nvPr/>
        </p:nvCxnSpPr>
        <p:spPr>
          <a:xfrm>
            <a:off x="-112680" y="3979440"/>
            <a:ext cx="1378440" cy="1236960"/>
          </a:xfrm>
          <a:prstGeom prst="curvedConnector2">
            <a:avLst/>
          </a:prstGeom>
          <a:ln w="28575">
            <a:solidFill>
              <a:srgbClr val="3F3533"/>
            </a:solidFill>
            <a:round/>
          </a:ln>
        </p:spPr>
      </p:cxnSp>
      <p:cxnSp>
        <p:nvCxnSpPr>
          <p:cNvPr id="80" name="Google Shape;159;p21"/>
          <p:cNvCxnSpPr/>
          <p:nvPr/>
        </p:nvCxnSpPr>
        <p:spPr>
          <a:xfrm>
            <a:off x="7908480" y="-88560"/>
            <a:ext cx="1419120" cy="1064520"/>
          </a:xfrm>
          <a:prstGeom prst="curvedConnector2">
            <a:avLst/>
          </a:prstGeom>
          <a:ln w="28575">
            <a:solidFill>
              <a:srgbClr val="3F3533"/>
            </a:solidFill>
            <a:round/>
          </a:ln>
        </p:spPr>
      </p:cxnSp>
      <p:sp>
        <p:nvSpPr>
          <p:cNvPr id="81"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12" name="PlaceHolder 1"/>
          <p:cNvSpPr>
            <a:spLocks noGrp="1"/>
          </p:cNvSpPr>
          <p:nvPr>
            <p:ph type="title"/>
          </p:nvPr>
        </p:nvSpPr>
        <p:spPr>
          <a:xfrm>
            <a:off x="4374000" y="944280"/>
            <a:ext cx="4009320" cy="648720"/>
          </a:xfrm>
          <a:prstGeom prst="rect">
            <a:avLst/>
          </a:prstGeom>
          <a:noFill/>
          <a:ln w="0">
            <a:noFill/>
          </a:ln>
        </p:spPr>
        <p:txBody>
          <a:bodyPr lIns="91440" tIns="91440" rIns="91440" bIns="91440" anchor="ctr">
            <a:noAutofit/>
          </a:bodyPr>
          <a:lstStyle/>
          <a:p>
            <a:pPr indent="0">
              <a:buNone/>
            </a:pPr>
            <a:r>
              <a:rPr lang="fr-FR" sz="3500" b="0" strike="noStrike" spc="-1">
                <a:solidFill>
                  <a:schemeClr val="dk1"/>
                </a:solidFill>
                <a:latin typeface="Arial"/>
              </a:rPr>
              <a:t>Click to edit the title text format</a:t>
            </a:r>
          </a:p>
        </p:txBody>
      </p:sp>
      <p:sp>
        <p:nvSpPr>
          <p:cNvPr id="113" name="PlaceHolder 2"/>
          <p:cNvSpPr>
            <a:spLocks noGrp="1"/>
          </p:cNvSpPr>
          <p:nvPr>
            <p:ph type="title"/>
          </p:nvPr>
        </p:nvSpPr>
        <p:spPr>
          <a:xfrm>
            <a:off x="2295000" y="1096560"/>
            <a:ext cx="1650600" cy="978120"/>
          </a:xfrm>
          <a:prstGeom prst="rect">
            <a:avLst/>
          </a:prstGeom>
          <a:noFill/>
          <a:ln w="0">
            <a:noFill/>
          </a:ln>
        </p:spPr>
        <p:txBody>
          <a:bodyPr lIns="91440" tIns="91440" rIns="91440" bIns="91440" anchor="ctr">
            <a:noAutofit/>
          </a:bodyPr>
          <a:lstStyle/>
          <a:p>
            <a:pPr indent="0" algn="r">
              <a:lnSpc>
                <a:spcPct val="100000"/>
              </a:lnSpc>
              <a:buNone/>
            </a:pPr>
            <a:r>
              <a:rPr lang="fr-FR" sz="7000" b="0" strike="noStrike" spc="-1">
                <a:solidFill>
                  <a:schemeClr val="accent1"/>
                </a:solidFill>
                <a:latin typeface="Vidaloka"/>
                <a:ea typeface="Vidaloka"/>
              </a:rPr>
              <a:t>xx%</a:t>
            </a:r>
            <a:endParaRPr lang="fr-FR" sz="7000" b="0" strike="noStrike" spc="-1">
              <a:solidFill>
                <a:schemeClr val="dk1"/>
              </a:solidFill>
              <a:latin typeface="Arial"/>
            </a:endParaRPr>
          </a:p>
        </p:txBody>
      </p:sp>
      <p:cxnSp>
        <p:nvCxnSpPr>
          <p:cNvPr id="114" name="Google Shape;209;p28"/>
          <p:cNvCxnSpPr/>
          <p:nvPr/>
        </p:nvCxnSpPr>
        <p:spPr>
          <a:xfrm>
            <a:off x="-72360" y="273960"/>
            <a:ext cx="9287280" cy="360"/>
          </a:xfrm>
          <a:prstGeom prst="straightConnector1">
            <a:avLst/>
          </a:prstGeom>
          <a:ln w="28575">
            <a:solidFill>
              <a:srgbClr val="3F3533"/>
            </a:solidFill>
            <a:round/>
          </a:ln>
        </p:spPr>
      </p:cxnSp>
      <p:cxnSp>
        <p:nvCxnSpPr>
          <p:cNvPr id="115" name="Google Shape;210;p28"/>
          <p:cNvCxnSpPr/>
          <p:nvPr/>
        </p:nvCxnSpPr>
        <p:spPr>
          <a:xfrm>
            <a:off x="-72360" y="4877280"/>
            <a:ext cx="9287280" cy="360"/>
          </a:xfrm>
          <a:prstGeom prst="straightConnector1">
            <a:avLst/>
          </a:prstGeom>
          <a:ln w="28575">
            <a:solidFill>
              <a:srgbClr val="3F3533"/>
            </a:solidFill>
            <a:round/>
          </a:ln>
        </p:spPr>
      </p:cxnSp>
      <p:cxnSp>
        <p:nvCxnSpPr>
          <p:cNvPr id="116" name="Google Shape;211;p28"/>
          <p:cNvCxnSpPr/>
          <p:nvPr/>
        </p:nvCxnSpPr>
        <p:spPr>
          <a:xfrm>
            <a:off x="-250200" y="4076280"/>
            <a:ext cx="1927080" cy="1161360"/>
          </a:xfrm>
          <a:prstGeom prst="curvedConnector2">
            <a:avLst/>
          </a:prstGeom>
          <a:ln w="28575">
            <a:solidFill>
              <a:srgbClr val="3F3533"/>
            </a:solidFill>
            <a:round/>
          </a:ln>
        </p:spPr>
      </p:cxnSp>
      <p:cxnSp>
        <p:nvCxnSpPr>
          <p:cNvPr id="117" name="Google Shape;212;p28"/>
          <p:cNvCxnSpPr/>
          <p:nvPr/>
        </p:nvCxnSpPr>
        <p:spPr>
          <a:xfrm>
            <a:off x="7440840" y="-48240"/>
            <a:ext cx="1927440" cy="1161000"/>
          </a:xfrm>
          <a:prstGeom prst="curvedConnector2">
            <a:avLst/>
          </a:prstGeom>
          <a:ln w="28575">
            <a:solidFill>
              <a:srgbClr val="3F3533"/>
            </a:solidFill>
            <a:round/>
          </a:ln>
        </p:spPr>
      </p:cxnSp>
      <p:cxnSp>
        <p:nvCxnSpPr>
          <p:cNvPr id="118" name="Google Shape;213;p28"/>
          <p:cNvCxnSpPr/>
          <p:nvPr/>
        </p:nvCxnSpPr>
        <p:spPr>
          <a:xfrm rot="10800000" flipV="1">
            <a:off x="7454160" y="4053240"/>
            <a:ext cx="1927080" cy="1161360"/>
          </a:xfrm>
          <a:prstGeom prst="curvedConnector2">
            <a:avLst/>
          </a:prstGeom>
          <a:ln w="28575">
            <a:solidFill>
              <a:srgbClr val="3F3533"/>
            </a:solidFill>
            <a:round/>
          </a:ln>
        </p:spPr>
      </p:cxnSp>
      <p:cxnSp>
        <p:nvCxnSpPr>
          <p:cNvPr id="119" name="Google Shape;214;p28"/>
          <p:cNvCxnSpPr/>
          <p:nvPr/>
        </p:nvCxnSpPr>
        <p:spPr>
          <a:xfrm rot="10800000" flipV="1">
            <a:off x="-237240" y="-70920"/>
            <a:ext cx="1926720" cy="1161000"/>
          </a:xfrm>
          <a:prstGeom prst="curvedConnector2">
            <a:avLst/>
          </a:prstGeom>
          <a:ln w="28575">
            <a:solidFill>
              <a:srgbClr val="3F3533"/>
            </a:solidFill>
            <a:round/>
          </a:ln>
        </p:spPr>
      </p:cxnSp>
      <p:sp>
        <p:nvSpPr>
          <p:cNvPr id="120"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21" name="PlaceHolder 1"/>
          <p:cNvSpPr>
            <a:spLocks noGrp="1"/>
          </p:cNvSpPr>
          <p:nvPr>
            <p:ph type="title"/>
          </p:nvPr>
        </p:nvSpPr>
        <p:spPr>
          <a:xfrm>
            <a:off x="1043640" y="922680"/>
            <a:ext cx="3122640" cy="22572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cxnSp>
        <p:nvCxnSpPr>
          <p:cNvPr id="122" name="Google Shape;218;p29"/>
          <p:cNvCxnSpPr/>
          <p:nvPr/>
        </p:nvCxnSpPr>
        <p:spPr>
          <a:xfrm>
            <a:off x="-72360" y="273960"/>
            <a:ext cx="9287280" cy="360"/>
          </a:xfrm>
          <a:prstGeom prst="straightConnector1">
            <a:avLst/>
          </a:prstGeom>
          <a:ln w="28575">
            <a:solidFill>
              <a:srgbClr val="3F3533"/>
            </a:solidFill>
            <a:round/>
          </a:ln>
        </p:spPr>
      </p:cxnSp>
      <p:cxnSp>
        <p:nvCxnSpPr>
          <p:cNvPr id="123" name="Google Shape;219;p29"/>
          <p:cNvCxnSpPr/>
          <p:nvPr/>
        </p:nvCxnSpPr>
        <p:spPr>
          <a:xfrm>
            <a:off x="-72360" y="4877280"/>
            <a:ext cx="9287280" cy="360"/>
          </a:xfrm>
          <a:prstGeom prst="straightConnector1">
            <a:avLst/>
          </a:prstGeom>
          <a:ln w="28575">
            <a:solidFill>
              <a:srgbClr val="3F3533"/>
            </a:solidFill>
            <a:round/>
          </a:ln>
        </p:spPr>
      </p:cxnSp>
      <p:cxnSp>
        <p:nvCxnSpPr>
          <p:cNvPr id="124" name="Google Shape;220;p29"/>
          <p:cNvCxnSpPr/>
          <p:nvPr/>
        </p:nvCxnSpPr>
        <p:spPr>
          <a:xfrm>
            <a:off x="5322600" y="-80280"/>
            <a:ext cx="4005360" cy="2007000"/>
          </a:xfrm>
          <a:prstGeom prst="curvedConnector2">
            <a:avLst/>
          </a:prstGeom>
          <a:ln w="28575">
            <a:solidFill>
              <a:srgbClr val="3F3533"/>
            </a:solidFill>
            <a:round/>
          </a:ln>
        </p:spPr>
      </p:cxnSp>
      <p:sp>
        <p:nvSpPr>
          <p:cNvPr id="12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26" name="PlaceHolder 1"/>
          <p:cNvSpPr>
            <a:spLocks noGrp="1"/>
          </p:cNvSpPr>
          <p:nvPr>
            <p:ph type="title"/>
          </p:nvPr>
        </p:nvSpPr>
        <p:spPr>
          <a:xfrm>
            <a:off x="5311080" y="962640"/>
            <a:ext cx="3122640" cy="22572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cxnSp>
        <p:nvCxnSpPr>
          <p:cNvPr id="127" name="Google Shape;224;p30"/>
          <p:cNvCxnSpPr/>
          <p:nvPr/>
        </p:nvCxnSpPr>
        <p:spPr>
          <a:xfrm>
            <a:off x="-72360" y="273960"/>
            <a:ext cx="9287280" cy="360"/>
          </a:xfrm>
          <a:prstGeom prst="straightConnector1">
            <a:avLst/>
          </a:prstGeom>
          <a:ln w="28575">
            <a:solidFill>
              <a:srgbClr val="3F3533"/>
            </a:solidFill>
            <a:round/>
          </a:ln>
        </p:spPr>
      </p:cxnSp>
      <p:cxnSp>
        <p:nvCxnSpPr>
          <p:cNvPr id="128" name="Google Shape;225;p30"/>
          <p:cNvCxnSpPr/>
          <p:nvPr/>
        </p:nvCxnSpPr>
        <p:spPr>
          <a:xfrm>
            <a:off x="-72360" y="4877280"/>
            <a:ext cx="9287280" cy="360"/>
          </a:xfrm>
          <a:prstGeom prst="straightConnector1">
            <a:avLst/>
          </a:prstGeom>
          <a:ln w="28575">
            <a:solidFill>
              <a:srgbClr val="3F3533"/>
            </a:solidFill>
            <a:round/>
          </a:ln>
        </p:spPr>
      </p:cxnSp>
      <p:cxnSp>
        <p:nvCxnSpPr>
          <p:cNvPr id="129" name="Google Shape;226;p30"/>
          <p:cNvCxnSpPr/>
          <p:nvPr/>
        </p:nvCxnSpPr>
        <p:spPr>
          <a:xfrm>
            <a:off x="-250200" y="4076280"/>
            <a:ext cx="1927080" cy="1161360"/>
          </a:xfrm>
          <a:prstGeom prst="curvedConnector2">
            <a:avLst/>
          </a:prstGeom>
          <a:ln w="28575">
            <a:solidFill>
              <a:srgbClr val="3F3533"/>
            </a:solidFill>
            <a:round/>
          </a:ln>
        </p:spPr>
      </p:cxnSp>
      <p:cxnSp>
        <p:nvCxnSpPr>
          <p:cNvPr id="130" name="Google Shape;227;p30"/>
          <p:cNvCxnSpPr/>
          <p:nvPr/>
        </p:nvCxnSpPr>
        <p:spPr>
          <a:xfrm>
            <a:off x="7440840" y="-48240"/>
            <a:ext cx="1927440" cy="1161000"/>
          </a:xfrm>
          <a:prstGeom prst="curvedConnector2">
            <a:avLst/>
          </a:prstGeom>
          <a:ln w="28575">
            <a:solidFill>
              <a:srgbClr val="3F3533"/>
            </a:solidFill>
            <a:round/>
          </a:ln>
        </p:spPr>
      </p:cxnSp>
      <p:cxnSp>
        <p:nvCxnSpPr>
          <p:cNvPr id="131" name="Google Shape;228;p30"/>
          <p:cNvCxnSpPr/>
          <p:nvPr/>
        </p:nvCxnSpPr>
        <p:spPr>
          <a:xfrm rot="10800000" flipV="1">
            <a:off x="7454160" y="4053240"/>
            <a:ext cx="1927080" cy="1161360"/>
          </a:xfrm>
          <a:prstGeom prst="curvedConnector2">
            <a:avLst/>
          </a:prstGeom>
          <a:ln w="28575">
            <a:solidFill>
              <a:srgbClr val="3F3533"/>
            </a:solidFill>
            <a:round/>
          </a:ln>
        </p:spPr>
      </p:cxnSp>
      <p:cxnSp>
        <p:nvCxnSpPr>
          <p:cNvPr id="132" name="Google Shape;229;p30"/>
          <p:cNvCxnSpPr/>
          <p:nvPr/>
        </p:nvCxnSpPr>
        <p:spPr>
          <a:xfrm rot="10800000" flipV="1">
            <a:off x="-237240" y="-70920"/>
            <a:ext cx="1926720" cy="1161000"/>
          </a:xfrm>
          <a:prstGeom prst="curvedConnector2">
            <a:avLst/>
          </a:prstGeom>
          <a:ln w="28575">
            <a:solidFill>
              <a:srgbClr val="3F3533"/>
            </a:solidFill>
            <a:round/>
          </a:ln>
        </p:spPr>
      </p:cxnSp>
      <p:sp>
        <p:nvSpPr>
          <p:cNvPr id="13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18" name="PlaceHolder 1"/>
          <p:cNvSpPr>
            <a:spLocks noGrp="1"/>
          </p:cNvSpPr>
          <p:nvPr>
            <p:ph type="title"/>
          </p:nvPr>
        </p:nvSpPr>
        <p:spPr>
          <a:xfrm>
            <a:off x="4490280" y="2047680"/>
            <a:ext cx="3363840" cy="62856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cxnSp>
        <p:nvCxnSpPr>
          <p:cNvPr id="219" name="Google Shape;409;p45"/>
          <p:cNvCxnSpPr/>
          <p:nvPr/>
        </p:nvCxnSpPr>
        <p:spPr>
          <a:xfrm>
            <a:off x="-72360" y="273960"/>
            <a:ext cx="9287280" cy="360"/>
          </a:xfrm>
          <a:prstGeom prst="straightConnector1">
            <a:avLst/>
          </a:prstGeom>
          <a:ln w="28575">
            <a:solidFill>
              <a:srgbClr val="3F3533"/>
            </a:solidFill>
            <a:round/>
          </a:ln>
        </p:spPr>
      </p:cxnSp>
      <p:cxnSp>
        <p:nvCxnSpPr>
          <p:cNvPr id="220" name="Google Shape;410;p45"/>
          <p:cNvCxnSpPr/>
          <p:nvPr/>
        </p:nvCxnSpPr>
        <p:spPr>
          <a:xfrm>
            <a:off x="-72360" y="4877280"/>
            <a:ext cx="9287280" cy="360"/>
          </a:xfrm>
          <a:prstGeom prst="straightConnector1">
            <a:avLst/>
          </a:prstGeom>
          <a:ln w="28575">
            <a:solidFill>
              <a:srgbClr val="3F3533"/>
            </a:solidFill>
            <a:round/>
          </a:ln>
        </p:spPr>
      </p:cxnSp>
      <p:sp>
        <p:nvSpPr>
          <p:cNvPr id="22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72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22" name="PlaceHolder 1"/>
          <p:cNvSpPr>
            <a:spLocks noGrp="1"/>
          </p:cNvSpPr>
          <p:nvPr>
            <p:ph type="title"/>
          </p:nvPr>
        </p:nvSpPr>
        <p:spPr>
          <a:xfrm>
            <a:off x="713160" y="444960"/>
            <a:ext cx="450252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cxnSp>
        <p:nvCxnSpPr>
          <p:cNvPr id="223" name="Google Shape;414;p46"/>
          <p:cNvCxnSpPr/>
          <p:nvPr/>
        </p:nvCxnSpPr>
        <p:spPr>
          <a:xfrm>
            <a:off x="-72360" y="273960"/>
            <a:ext cx="9287280" cy="360"/>
          </a:xfrm>
          <a:prstGeom prst="straightConnector1">
            <a:avLst/>
          </a:prstGeom>
          <a:ln w="28575">
            <a:solidFill>
              <a:srgbClr val="3F3533"/>
            </a:solidFill>
            <a:round/>
          </a:ln>
        </p:spPr>
      </p:cxnSp>
      <p:cxnSp>
        <p:nvCxnSpPr>
          <p:cNvPr id="224" name="Google Shape;415;p46"/>
          <p:cNvCxnSpPr/>
          <p:nvPr/>
        </p:nvCxnSpPr>
        <p:spPr>
          <a:xfrm>
            <a:off x="-72360" y="4877280"/>
            <a:ext cx="9287280" cy="360"/>
          </a:xfrm>
          <a:prstGeom prst="straightConnector1">
            <a:avLst/>
          </a:prstGeom>
          <a:ln w="28575">
            <a:solidFill>
              <a:srgbClr val="3F3533"/>
            </a:solidFill>
            <a:round/>
          </a:ln>
        </p:spPr>
      </p:cxnSp>
      <p:cxnSp>
        <p:nvCxnSpPr>
          <p:cNvPr id="225" name="Google Shape;416;p46"/>
          <p:cNvCxnSpPr/>
          <p:nvPr/>
        </p:nvCxnSpPr>
        <p:spPr>
          <a:xfrm rot="10800000" flipV="1">
            <a:off x="6771600" y="3663360"/>
            <a:ext cx="2823840" cy="1633320"/>
          </a:xfrm>
          <a:prstGeom prst="curvedConnector2">
            <a:avLst/>
          </a:prstGeom>
          <a:ln w="28575">
            <a:solidFill>
              <a:srgbClr val="3F3533"/>
            </a:solidFill>
            <a:round/>
          </a:ln>
        </p:spPr>
      </p:cxnSp>
      <p:sp>
        <p:nvSpPr>
          <p:cNvPr id="22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72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PlaceHolder 1"/>
          <p:cNvSpPr>
            <a:spLocks noGrp="1"/>
          </p:cNvSpPr>
          <p:nvPr>
            <p:ph type="title"/>
          </p:nvPr>
        </p:nvSpPr>
        <p:spPr>
          <a:xfrm>
            <a:off x="1038240" y="1063083"/>
            <a:ext cx="7067160" cy="2026180"/>
          </a:xfrm>
          <a:prstGeom prst="rect">
            <a:avLst/>
          </a:prstGeom>
          <a:noFill/>
          <a:ln w="0">
            <a:noFill/>
          </a:ln>
        </p:spPr>
        <p:txBody>
          <a:bodyPr lIns="91440" tIns="91440" rIns="91440" bIns="91440" anchor="b">
            <a:normAutofit/>
          </a:bodyPr>
          <a:lstStyle/>
          <a:p>
            <a:pPr indent="0" algn="ctr">
              <a:lnSpc>
                <a:spcPct val="100000"/>
              </a:lnSpc>
              <a:buNone/>
              <a:tabLst>
                <a:tab pos="0" algn="l"/>
              </a:tabLst>
            </a:pPr>
            <a:r>
              <a:rPr lang="en" sz="5500" spc="-1" dirty="0">
                <a:solidFill>
                  <a:schemeClr val="dk1"/>
                </a:solidFill>
                <a:latin typeface="Vidaloka"/>
              </a:rPr>
              <a:t>Timetable and Workflow Management</a:t>
            </a:r>
            <a:endParaRPr lang="fr-FR" sz="5500" b="0" strike="noStrike" spc="-1" dirty="0">
              <a:solidFill>
                <a:schemeClr val="dk1"/>
              </a:solidFill>
              <a:latin typeface="Arial"/>
            </a:endParaRPr>
          </a:p>
        </p:txBody>
      </p:sp>
      <p:sp>
        <p:nvSpPr>
          <p:cNvPr id="286" name="PlaceHolder 2"/>
          <p:cNvSpPr>
            <a:spLocks noGrp="1"/>
          </p:cNvSpPr>
          <p:nvPr>
            <p:ph type="subTitle"/>
          </p:nvPr>
        </p:nvSpPr>
        <p:spPr>
          <a:xfrm>
            <a:off x="1038240" y="3255099"/>
            <a:ext cx="7067160" cy="437760"/>
          </a:xfrm>
          <a:prstGeom prst="rect">
            <a:avLst/>
          </a:prstGeom>
          <a:noFill/>
          <a:ln w="0">
            <a:noFill/>
          </a:ln>
        </p:spPr>
        <p:txBody>
          <a:bodyPr lIns="91440" tIns="91440" rIns="91440" bIns="91440" anchor="b">
            <a:normAutofit/>
          </a:bodyPr>
          <a:lstStyle/>
          <a:p>
            <a:pPr indent="0" algn="ctr">
              <a:lnSpc>
                <a:spcPct val="100000"/>
              </a:lnSpc>
              <a:buNone/>
              <a:tabLst>
                <a:tab pos="0" algn="l"/>
              </a:tabLst>
            </a:pPr>
            <a:r>
              <a:rPr lang="en" sz="1600" b="0" strike="noStrike" spc="-1" dirty="0">
                <a:solidFill>
                  <a:schemeClr val="dk2"/>
                </a:solidFill>
                <a:latin typeface="Montserrat"/>
                <a:ea typeface="Montserrat"/>
              </a:rPr>
              <a:t>For Departmental Use – Admin, HOD &amp; Timetable Coordinator</a:t>
            </a:r>
            <a:endParaRPr lang="en-US" sz="1600" b="0" strike="noStrike" spc="-1" dirty="0">
              <a:solidFill>
                <a:srgbClr val="000000"/>
              </a:solidFill>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PlaceHolder 1"/>
          <p:cNvSpPr>
            <a:spLocks noGrp="1"/>
          </p:cNvSpPr>
          <p:nvPr>
            <p:ph type="title"/>
          </p:nvPr>
        </p:nvSpPr>
        <p:spPr>
          <a:xfrm>
            <a:off x="842940" y="832175"/>
            <a:ext cx="7448040" cy="1294920"/>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 sz="7000" b="0" strike="noStrike" spc="-1" dirty="0">
                <a:solidFill>
                  <a:schemeClr val="dk1"/>
                </a:solidFill>
                <a:latin typeface="Vidaloka"/>
                <a:ea typeface="Vidaloka"/>
              </a:rPr>
              <a:t>Introduction</a:t>
            </a:r>
            <a:endParaRPr lang="fr-FR" sz="7000" b="0" strike="noStrike" spc="-1" dirty="0">
              <a:solidFill>
                <a:schemeClr val="dk1"/>
              </a:solidFill>
              <a:latin typeface="Arial"/>
            </a:endParaRPr>
          </a:p>
        </p:txBody>
      </p:sp>
      <p:sp>
        <p:nvSpPr>
          <p:cNvPr id="288" name="PlaceHolder 2"/>
          <p:cNvSpPr>
            <a:spLocks noGrp="1"/>
          </p:cNvSpPr>
          <p:nvPr>
            <p:ph type="subTitle"/>
          </p:nvPr>
        </p:nvSpPr>
        <p:spPr>
          <a:xfrm>
            <a:off x="2154111" y="2301798"/>
            <a:ext cx="4543200" cy="1429215"/>
          </a:xfrm>
          <a:prstGeom prst="rect">
            <a:avLst/>
          </a:prstGeom>
          <a:noFill/>
          <a:ln w="0">
            <a:noFill/>
          </a:ln>
        </p:spPr>
        <p:txBody>
          <a:bodyPr lIns="91440" tIns="91440" rIns="91440" bIns="91440" anchor="t">
            <a:noAutofit/>
          </a:bodyPr>
          <a:lstStyle/>
          <a:p>
            <a:pPr indent="0" algn="ctr">
              <a:buNone/>
            </a:pPr>
            <a:r>
              <a:rPr lang="en-US" sz="1400" dirty="0">
                <a:latin typeface="Montserrat" panose="00000500000000000000" pitchFamily="2" charset="0"/>
              </a:rPr>
              <a:t>This project aims to streamline and automate the process of course allocation and timetable generation within the department. A custom-built software, hosted on the department’s local server, facilitates elective finalization, staff-course mapping, and workload distribution.</a:t>
            </a:r>
            <a:endParaRPr lang="en-US" sz="1400" b="0" strike="noStrike" spc="-1" dirty="0">
              <a:solidFill>
                <a:schemeClr val="dk2"/>
              </a:solidFill>
              <a:latin typeface="Montserrat" panose="00000500000000000000" pitchFamily="2" charset="0"/>
              <a:ea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PlaceHolder 1"/>
          <p:cNvSpPr>
            <a:spLocks noGrp="1"/>
          </p:cNvSpPr>
          <p:nvPr>
            <p:ph type="title"/>
          </p:nvPr>
        </p:nvSpPr>
        <p:spPr>
          <a:xfrm>
            <a:off x="650677" y="2148777"/>
            <a:ext cx="4962240" cy="11142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5400" b="1" strike="noStrike" spc="-1" dirty="0">
                <a:solidFill>
                  <a:schemeClr val="dk1"/>
                </a:solidFill>
                <a:latin typeface="Vidaloka"/>
                <a:ea typeface="Vidaloka"/>
              </a:rPr>
              <a:t>Objectives</a:t>
            </a:r>
            <a:endParaRPr lang="fr-FR" sz="5400" b="1" strike="noStrike" spc="-1" dirty="0">
              <a:solidFill>
                <a:schemeClr val="dk1"/>
              </a:solidFill>
              <a:latin typeface="Arial"/>
            </a:endParaRPr>
          </a:p>
        </p:txBody>
      </p:sp>
      <p:sp>
        <p:nvSpPr>
          <p:cNvPr id="290" name="PlaceHolder 2"/>
          <p:cNvSpPr>
            <a:spLocks noGrp="1"/>
          </p:cNvSpPr>
          <p:nvPr>
            <p:ph type="title"/>
          </p:nvPr>
        </p:nvSpPr>
        <p:spPr>
          <a:xfrm>
            <a:off x="650677" y="1145441"/>
            <a:ext cx="1647360" cy="98064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7000" b="1" strike="noStrike" spc="-1" dirty="0">
                <a:solidFill>
                  <a:schemeClr val="accent1"/>
                </a:solidFill>
                <a:latin typeface="Vidaloka"/>
                <a:ea typeface="Vidaloka"/>
              </a:rPr>
              <a:t>01</a:t>
            </a:r>
            <a:endParaRPr lang="fr-FR" sz="7000" b="1" strike="noStrike" spc="-1" dirty="0">
              <a:solidFill>
                <a:schemeClr val="dk1"/>
              </a:solidFill>
              <a:latin typeface="Arial"/>
            </a:endParaRPr>
          </a:p>
        </p:txBody>
      </p:sp>
      <p:sp>
        <p:nvSpPr>
          <p:cNvPr id="291" name="PlaceHolder 3"/>
          <p:cNvSpPr>
            <a:spLocks noGrp="1"/>
          </p:cNvSpPr>
          <p:nvPr>
            <p:ph type="subTitle"/>
          </p:nvPr>
        </p:nvSpPr>
        <p:spPr>
          <a:xfrm rot="16200000" flipH="1" flipV="1">
            <a:off x="-1598400" y="4068992"/>
            <a:ext cx="506754" cy="45719"/>
          </a:xfrm>
          <a:prstGeom prst="rect">
            <a:avLst/>
          </a:prstGeom>
          <a:noFill/>
          <a:ln w="0">
            <a:noFill/>
          </a:ln>
        </p:spPr>
        <p:txBody>
          <a:bodyPr lIns="91440" tIns="91440" rIns="91440" bIns="91440" anchor="t">
            <a:normAutofit fontScale="25000" lnSpcReduction="20000"/>
          </a:bodyPr>
          <a:lstStyle/>
          <a:p>
            <a:pPr indent="0" algn="ctr">
              <a:buNone/>
            </a:pPr>
            <a:r>
              <a:rPr lang="en-US" sz="1400" b="0" strike="noStrike" spc="-1" dirty="0">
                <a:solidFill>
                  <a:schemeClr val="dk1"/>
                </a:solidFill>
                <a:latin typeface="Montserrat"/>
                <a:ea typeface="Montserrat"/>
              </a:rPr>
              <a:t>a</a:t>
            </a:r>
          </a:p>
        </p:txBody>
      </p:sp>
      <p:sp>
        <p:nvSpPr>
          <p:cNvPr id="4" name="Google Shape;54;p16">
            <a:extLst>
              <a:ext uri="{FF2B5EF4-FFF2-40B4-BE49-F238E27FC236}">
                <a16:creationId xmlns:a16="http://schemas.microsoft.com/office/drawing/2014/main" id="{E1D6B44E-FED0-1260-6286-DB8601910F8B}"/>
              </a:ext>
            </a:extLst>
          </p:cNvPr>
          <p:cNvSpPr/>
          <p:nvPr/>
        </p:nvSpPr>
        <p:spPr>
          <a:xfrm flipH="1">
            <a:off x="6180996" y="1099550"/>
            <a:ext cx="238800" cy="238800"/>
          </a:xfrm>
          <a:prstGeom prst="ellipse">
            <a:avLst/>
          </a:prstGeom>
          <a:solidFill>
            <a:srgbClr val="F0E6DA"/>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Montserrat Medium"/>
              <a:ea typeface="Montserrat Medium"/>
              <a:cs typeface="Montserrat Medium"/>
              <a:sym typeface="Montserrat Medium"/>
            </a:endParaRPr>
          </a:p>
        </p:txBody>
      </p:sp>
      <p:sp>
        <p:nvSpPr>
          <p:cNvPr id="5" name="Google Shape;55;p16">
            <a:extLst>
              <a:ext uri="{FF2B5EF4-FFF2-40B4-BE49-F238E27FC236}">
                <a16:creationId xmlns:a16="http://schemas.microsoft.com/office/drawing/2014/main" id="{F58DB2AA-A2DC-2A53-A0F9-E25B4F28082D}"/>
              </a:ext>
            </a:extLst>
          </p:cNvPr>
          <p:cNvSpPr txBox="1"/>
          <p:nvPr/>
        </p:nvSpPr>
        <p:spPr>
          <a:xfrm>
            <a:off x="5612938" y="1414544"/>
            <a:ext cx="1374900" cy="332100"/>
          </a:xfrm>
          <a:prstGeom prst="rect">
            <a:avLst/>
          </a:prstGeom>
          <a:noFill/>
          <a:ln>
            <a:noFill/>
          </a:ln>
        </p:spPr>
        <p:txBody>
          <a:bodyPr spcFirstLastPara="1" wrap="square" lIns="91425" tIns="91425" rIns="91425" bIns="91425" anchor="b" anchorCtr="0">
            <a:noAutofit/>
          </a:bodyPr>
          <a:lstStyle/>
          <a:p>
            <a:pPr algn="ctr">
              <a:buClr>
                <a:srgbClr val="000000"/>
              </a:buClr>
              <a:buSzPts val="1100"/>
              <a:buFont typeface="Arial"/>
              <a:buNone/>
            </a:pPr>
            <a:r>
              <a:rPr lang="en" sz="1400" kern="0" dirty="0">
                <a:solidFill>
                  <a:srgbClr val="000000"/>
                </a:solidFill>
                <a:latin typeface="Montserrat SemiBold"/>
                <a:ea typeface="Montserrat SemiBold"/>
                <a:cs typeface="Montserrat SemiBold"/>
                <a:sym typeface="Montserrat SemiBold"/>
              </a:rPr>
              <a:t>Objective 01</a:t>
            </a:r>
            <a:endParaRPr sz="1400" kern="0" dirty="0">
              <a:solidFill>
                <a:srgbClr val="000000"/>
              </a:solidFill>
              <a:latin typeface="Montserrat SemiBold"/>
              <a:ea typeface="Montserrat SemiBold"/>
              <a:cs typeface="Montserrat SemiBold"/>
              <a:sym typeface="Montserrat SemiBold"/>
            </a:endParaRPr>
          </a:p>
        </p:txBody>
      </p:sp>
      <p:sp>
        <p:nvSpPr>
          <p:cNvPr id="6" name="Google Shape;56;p16">
            <a:extLst>
              <a:ext uri="{FF2B5EF4-FFF2-40B4-BE49-F238E27FC236}">
                <a16:creationId xmlns:a16="http://schemas.microsoft.com/office/drawing/2014/main" id="{D29E4669-00C7-9919-B9E6-82E1C2442CF8}"/>
              </a:ext>
            </a:extLst>
          </p:cNvPr>
          <p:cNvSpPr txBox="1"/>
          <p:nvPr/>
        </p:nvSpPr>
        <p:spPr>
          <a:xfrm>
            <a:off x="5612946" y="1607246"/>
            <a:ext cx="1374900" cy="841803"/>
          </a:xfrm>
          <a:prstGeom prst="rect">
            <a:avLst/>
          </a:prstGeom>
          <a:noFill/>
          <a:ln>
            <a:noFill/>
          </a:ln>
        </p:spPr>
        <p:txBody>
          <a:bodyPr spcFirstLastPara="1" wrap="square" lIns="91425" tIns="91425" rIns="91425" bIns="91425" anchor="t" anchorCtr="0">
            <a:noAutofit/>
          </a:bodyPr>
          <a:lstStyle/>
          <a:p>
            <a:pPr algn="ctr">
              <a:buClr>
                <a:srgbClr val="000000"/>
              </a:buClr>
              <a:buSzPts val="1100"/>
              <a:buFont typeface="Arial"/>
              <a:buNone/>
            </a:pPr>
            <a:r>
              <a:rPr lang="en-US" sz="1200" dirty="0">
                <a:latin typeface="Montserrat Medium" panose="00000600000000000000" pitchFamily="2" charset="0"/>
              </a:rPr>
              <a:t>Elective Finalization and Preference Collection</a:t>
            </a:r>
            <a:endParaRPr sz="1200" kern="0" dirty="0">
              <a:solidFill>
                <a:srgbClr val="000000"/>
              </a:solidFill>
              <a:latin typeface="Montserrat Medium" panose="00000600000000000000" pitchFamily="2" charset="0"/>
              <a:ea typeface="Montserrat Medium"/>
              <a:cs typeface="Montserrat Medium"/>
              <a:sym typeface="Montserrat Medium"/>
            </a:endParaRPr>
          </a:p>
        </p:txBody>
      </p:sp>
      <p:sp>
        <p:nvSpPr>
          <p:cNvPr id="7" name="Google Shape;57;p16">
            <a:extLst>
              <a:ext uri="{FF2B5EF4-FFF2-40B4-BE49-F238E27FC236}">
                <a16:creationId xmlns:a16="http://schemas.microsoft.com/office/drawing/2014/main" id="{EE78FEBA-8D59-21C2-2184-8F5F12254C59}"/>
              </a:ext>
            </a:extLst>
          </p:cNvPr>
          <p:cNvSpPr/>
          <p:nvPr/>
        </p:nvSpPr>
        <p:spPr>
          <a:xfrm flipH="1">
            <a:off x="6180996" y="2981306"/>
            <a:ext cx="238800" cy="238800"/>
          </a:xfrm>
          <a:prstGeom prst="ellipse">
            <a:avLst/>
          </a:prstGeom>
          <a:solidFill>
            <a:srgbClr val="FFEDA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Montserrat Medium"/>
              <a:ea typeface="Montserrat Medium"/>
              <a:cs typeface="Montserrat Medium"/>
              <a:sym typeface="Montserrat Medium"/>
            </a:endParaRPr>
          </a:p>
        </p:txBody>
      </p:sp>
      <p:sp>
        <p:nvSpPr>
          <p:cNvPr id="8" name="Google Shape;58;p16">
            <a:extLst>
              <a:ext uri="{FF2B5EF4-FFF2-40B4-BE49-F238E27FC236}">
                <a16:creationId xmlns:a16="http://schemas.microsoft.com/office/drawing/2014/main" id="{E596D5D0-FFAF-2057-276E-27A71051A62F}"/>
              </a:ext>
            </a:extLst>
          </p:cNvPr>
          <p:cNvSpPr txBox="1"/>
          <p:nvPr/>
        </p:nvSpPr>
        <p:spPr>
          <a:xfrm>
            <a:off x="5612938" y="3296294"/>
            <a:ext cx="1374900" cy="332100"/>
          </a:xfrm>
          <a:prstGeom prst="rect">
            <a:avLst/>
          </a:prstGeom>
          <a:noFill/>
          <a:ln>
            <a:noFill/>
          </a:ln>
        </p:spPr>
        <p:txBody>
          <a:bodyPr spcFirstLastPara="1" wrap="square" lIns="91425" tIns="91425" rIns="91425" bIns="91425" anchor="b" anchorCtr="0">
            <a:noAutofit/>
          </a:bodyPr>
          <a:lstStyle/>
          <a:p>
            <a:pPr algn="ctr">
              <a:buClr>
                <a:srgbClr val="000000"/>
              </a:buClr>
              <a:buSzPts val="1100"/>
              <a:buFont typeface="Arial"/>
              <a:buNone/>
            </a:pPr>
            <a:r>
              <a:rPr lang="en" sz="1400" kern="0" dirty="0">
                <a:solidFill>
                  <a:srgbClr val="000000"/>
                </a:solidFill>
                <a:latin typeface="Montserrat SemiBold"/>
                <a:ea typeface="Montserrat SemiBold"/>
                <a:cs typeface="Montserrat SemiBold"/>
                <a:sym typeface="Montserrat SemiBold"/>
              </a:rPr>
              <a:t>Objective 02</a:t>
            </a:r>
            <a:endParaRPr sz="1400" kern="0" dirty="0">
              <a:solidFill>
                <a:srgbClr val="000000"/>
              </a:solidFill>
              <a:latin typeface="Montserrat SemiBold"/>
              <a:ea typeface="Montserrat SemiBold"/>
              <a:cs typeface="Montserrat SemiBold"/>
              <a:sym typeface="Montserrat SemiBold"/>
            </a:endParaRPr>
          </a:p>
        </p:txBody>
      </p:sp>
      <p:sp>
        <p:nvSpPr>
          <p:cNvPr id="9" name="Google Shape;59;p16">
            <a:extLst>
              <a:ext uri="{FF2B5EF4-FFF2-40B4-BE49-F238E27FC236}">
                <a16:creationId xmlns:a16="http://schemas.microsoft.com/office/drawing/2014/main" id="{DAF660FE-6C4C-92E8-E14C-2E6860CF34FA}"/>
              </a:ext>
            </a:extLst>
          </p:cNvPr>
          <p:cNvSpPr txBox="1"/>
          <p:nvPr/>
        </p:nvSpPr>
        <p:spPr>
          <a:xfrm>
            <a:off x="5612950" y="3500648"/>
            <a:ext cx="1374900" cy="543300"/>
          </a:xfrm>
          <a:prstGeom prst="rect">
            <a:avLst/>
          </a:prstGeom>
          <a:noFill/>
          <a:ln>
            <a:noFill/>
          </a:ln>
        </p:spPr>
        <p:txBody>
          <a:bodyPr spcFirstLastPara="1" wrap="square" lIns="91425" tIns="91425" rIns="91425" bIns="91425" anchor="t" anchorCtr="0">
            <a:noAutofit/>
          </a:bodyPr>
          <a:lstStyle/>
          <a:p>
            <a:pPr algn="ctr">
              <a:buClr>
                <a:srgbClr val="000000"/>
              </a:buClr>
              <a:buSzPts val="1100"/>
              <a:buFont typeface="Arial"/>
              <a:buNone/>
            </a:pPr>
            <a:r>
              <a:rPr lang="en-US" sz="1200" dirty="0">
                <a:latin typeface="Montserrat Medium" panose="00000600000000000000" pitchFamily="2" charset="0"/>
              </a:rPr>
              <a:t>Fair and Transparent Course Allocation</a:t>
            </a:r>
            <a:endParaRPr sz="1200" kern="0" dirty="0">
              <a:solidFill>
                <a:srgbClr val="000000"/>
              </a:solidFill>
              <a:latin typeface="Montserrat Medium" panose="00000600000000000000" pitchFamily="2" charset="0"/>
              <a:ea typeface="Montserrat Medium"/>
              <a:cs typeface="Montserrat Medium"/>
              <a:sym typeface="Montserrat Medium"/>
            </a:endParaRPr>
          </a:p>
        </p:txBody>
      </p:sp>
      <p:sp>
        <p:nvSpPr>
          <p:cNvPr id="10" name="Google Shape;60;p16">
            <a:extLst>
              <a:ext uri="{FF2B5EF4-FFF2-40B4-BE49-F238E27FC236}">
                <a16:creationId xmlns:a16="http://schemas.microsoft.com/office/drawing/2014/main" id="{0C3D170D-25F2-8C18-6577-DC64C8F82A1E}"/>
              </a:ext>
            </a:extLst>
          </p:cNvPr>
          <p:cNvSpPr/>
          <p:nvPr/>
        </p:nvSpPr>
        <p:spPr>
          <a:xfrm flipH="1">
            <a:off x="7827121" y="1099550"/>
            <a:ext cx="238800" cy="238800"/>
          </a:xfrm>
          <a:prstGeom prst="ellipse">
            <a:avLst/>
          </a:prstGeom>
          <a:solidFill>
            <a:srgbClr val="A6BB74"/>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Montserrat Medium"/>
              <a:ea typeface="Montserrat Medium"/>
              <a:cs typeface="Montserrat Medium"/>
              <a:sym typeface="Montserrat Medium"/>
            </a:endParaRPr>
          </a:p>
        </p:txBody>
      </p:sp>
      <p:sp>
        <p:nvSpPr>
          <p:cNvPr id="11" name="Google Shape;61;p16">
            <a:extLst>
              <a:ext uri="{FF2B5EF4-FFF2-40B4-BE49-F238E27FC236}">
                <a16:creationId xmlns:a16="http://schemas.microsoft.com/office/drawing/2014/main" id="{BCEC6D64-6573-8DB9-46ED-EB480CE06357}"/>
              </a:ext>
            </a:extLst>
          </p:cNvPr>
          <p:cNvSpPr txBox="1"/>
          <p:nvPr/>
        </p:nvSpPr>
        <p:spPr>
          <a:xfrm>
            <a:off x="7259063" y="1414544"/>
            <a:ext cx="1374900" cy="332100"/>
          </a:xfrm>
          <a:prstGeom prst="rect">
            <a:avLst/>
          </a:prstGeom>
          <a:noFill/>
          <a:ln>
            <a:noFill/>
          </a:ln>
        </p:spPr>
        <p:txBody>
          <a:bodyPr spcFirstLastPara="1" wrap="square" lIns="91425" tIns="91425" rIns="91425" bIns="91425" anchor="b" anchorCtr="0">
            <a:noAutofit/>
          </a:bodyPr>
          <a:lstStyle/>
          <a:p>
            <a:pPr algn="ctr">
              <a:buClr>
                <a:srgbClr val="000000"/>
              </a:buClr>
              <a:buSzPts val="1100"/>
              <a:buFont typeface="Arial"/>
              <a:buNone/>
            </a:pPr>
            <a:r>
              <a:rPr lang="en" sz="1400" kern="0" dirty="0">
                <a:solidFill>
                  <a:srgbClr val="000000"/>
                </a:solidFill>
                <a:latin typeface="Montserrat SemiBold"/>
                <a:ea typeface="Montserrat SemiBold"/>
                <a:cs typeface="Montserrat SemiBold"/>
                <a:sym typeface="Montserrat SemiBold"/>
              </a:rPr>
              <a:t>Objective 03</a:t>
            </a:r>
            <a:endParaRPr sz="1400" kern="0" dirty="0">
              <a:solidFill>
                <a:srgbClr val="000000"/>
              </a:solidFill>
              <a:latin typeface="Montserrat SemiBold"/>
              <a:ea typeface="Montserrat SemiBold"/>
              <a:cs typeface="Montserrat SemiBold"/>
              <a:sym typeface="Montserrat SemiBold"/>
            </a:endParaRPr>
          </a:p>
        </p:txBody>
      </p:sp>
      <p:sp>
        <p:nvSpPr>
          <p:cNvPr id="12" name="Google Shape;62;p16">
            <a:extLst>
              <a:ext uri="{FF2B5EF4-FFF2-40B4-BE49-F238E27FC236}">
                <a16:creationId xmlns:a16="http://schemas.microsoft.com/office/drawing/2014/main" id="{E5F31D7C-92C3-1E14-EF8B-A0AA827FDA23}"/>
              </a:ext>
            </a:extLst>
          </p:cNvPr>
          <p:cNvSpPr txBox="1"/>
          <p:nvPr/>
        </p:nvSpPr>
        <p:spPr>
          <a:xfrm>
            <a:off x="7259063" y="1680117"/>
            <a:ext cx="1374912" cy="654205"/>
          </a:xfrm>
          <a:prstGeom prst="rect">
            <a:avLst/>
          </a:prstGeom>
          <a:noFill/>
          <a:ln>
            <a:noFill/>
          </a:ln>
        </p:spPr>
        <p:txBody>
          <a:bodyPr spcFirstLastPara="1" wrap="square" lIns="91425" tIns="91425" rIns="91425" bIns="91425" anchor="t" anchorCtr="0">
            <a:noAutofit/>
          </a:bodyPr>
          <a:lstStyle/>
          <a:p>
            <a:pPr algn="ctr">
              <a:buClr>
                <a:srgbClr val="000000"/>
              </a:buClr>
              <a:buSzPts val="1100"/>
              <a:buFont typeface="Arial"/>
              <a:buNone/>
            </a:pPr>
            <a:r>
              <a:rPr lang="en-US" sz="1200" dirty="0">
                <a:latin typeface="Montserrat Medium" panose="00000600000000000000" pitchFamily="2" charset="0"/>
              </a:rPr>
              <a:t>Lab Utilization and Timetable Planning</a:t>
            </a:r>
            <a:endParaRPr sz="1200" kern="0" dirty="0">
              <a:solidFill>
                <a:srgbClr val="000000"/>
              </a:solidFill>
              <a:latin typeface="Montserrat Medium" panose="00000600000000000000" pitchFamily="2" charset="0"/>
              <a:ea typeface="Montserrat Medium"/>
              <a:cs typeface="Montserrat Medium"/>
              <a:sym typeface="Montserrat Medium"/>
            </a:endParaRPr>
          </a:p>
        </p:txBody>
      </p:sp>
      <p:sp>
        <p:nvSpPr>
          <p:cNvPr id="13" name="Google Shape;63;p16">
            <a:extLst>
              <a:ext uri="{FF2B5EF4-FFF2-40B4-BE49-F238E27FC236}">
                <a16:creationId xmlns:a16="http://schemas.microsoft.com/office/drawing/2014/main" id="{E721B7B2-4807-DA82-C1DE-6832EF08D01F}"/>
              </a:ext>
            </a:extLst>
          </p:cNvPr>
          <p:cNvSpPr/>
          <p:nvPr/>
        </p:nvSpPr>
        <p:spPr>
          <a:xfrm flipH="1">
            <a:off x="7827121" y="2981306"/>
            <a:ext cx="238800" cy="238800"/>
          </a:xfrm>
          <a:prstGeom prst="ellipse">
            <a:avLst/>
          </a:prstGeom>
          <a:solidFill>
            <a:srgbClr val="8EC5CC"/>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Montserrat Medium"/>
              <a:ea typeface="Montserrat Medium"/>
              <a:cs typeface="Montserrat Medium"/>
              <a:sym typeface="Montserrat Medium"/>
            </a:endParaRPr>
          </a:p>
        </p:txBody>
      </p:sp>
      <p:sp>
        <p:nvSpPr>
          <p:cNvPr id="14" name="Google Shape;64;p16">
            <a:extLst>
              <a:ext uri="{FF2B5EF4-FFF2-40B4-BE49-F238E27FC236}">
                <a16:creationId xmlns:a16="http://schemas.microsoft.com/office/drawing/2014/main" id="{2FA2CCC8-DF33-A5FA-7E04-C21B9D85BD95}"/>
              </a:ext>
            </a:extLst>
          </p:cNvPr>
          <p:cNvSpPr txBox="1"/>
          <p:nvPr/>
        </p:nvSpPr>
        <p:spPr>
          <a:xfrm>
            <a:off x="7259075" y="3296294"/>
            <a:ext cx="1374900" cy="332100"/>
          </a:xfrm>
          <a:prstGeom prst="rect">
            <a:avLst/>
          </a:prstGeom>
          <a:noFill/>
          <a:ln>
            <a:noFill/>
          </a:ln>
        </p:spPr>
        <p:txBody>
          <a:bodyPr spcFirstLastPara="1" wrap="square" lIns="91425" tIns="91425" rIns="91425" bIns="91425" anchor="b" anchorCtr="0">
            <a:noAutofit/>
          </a:bodyPr>
          <a:lstStyle/>
          <a:p>
            <a:pPr algn="ctr">
              <a:buClr>
                <a:srgbClr val="000000"/>
              </a:buClr>
              <a:buSzPts val="1100"/>
              <a:buFont typeface="Arial"/>
              <a:buNone/>
            </a:pPr>
            <a:r>
              <a:rPr lang="en" sz="1400" kern="0" dirty="0">
                <a:solidFill>
                  <a:srgbClr val="000000"/>
                </a:solidFill>
                <a:latin typeface="Montserrat SemiBold"/>
                <a:ea typeface="Montserrat SemiBold"/>
                <a:cs typeface="Montserrat SemiBold"/>
                <a:sym typeface="Montserrat SemiBold"/>
              </a:rPr>
              <a:t>Objective 04</a:t>
            </a:r>
            <a:endParaRPr sz="1400" kern="0" dirty="0">
              <a:solidFill>
                <a:srgbClr val="000000"/>
              </a:solidFill>
              <a:latin typeface="Montserrat SemiBold"/>
              <a:ea typeface="Montserrat SemiBold"/>
              <a:cs typeface="Montserrat SemiBold"/>
              <a:sym typeface="Montserrat SemiBold"/>
            </a:endParaRPr>
          </a:p>
        </p:txBody>
      </p:sp>
      <p:sp>
        <p:nvSpPr>
          <p:cNvPr id="15" name="Google Shape;65;p16">
            <a:extLst>
              <a:ext uri="{FF2B5EF4-FFF2-40B4-BE49-F238E27FC236}">
                <a16:creationId xmlns:a16="http://schemas.microsoft.com/office/drawing/2014/main" id="{E61EC5B6-7F02-6F4C-A854-70F1AF101EEF}"/>
              </a:ext>
            </a:extLst>
          </p:cNvPr>
          <p:cNvSpPr txBox="1"/>
          <p:nvPr/>
        </p:nvSpPr>
        <p:spPr>
          <a:xfrm>
            <a:off x="7259063" y="3539987"/>
            <a:ext cx="1374912" cy="654205"/>
          </a:xfrm>
          <a:prstGeom prst="rect">
            <a:avLst/>
          </a:prstGeom>
          <a:noFill/>
          <a:ln>
            <a:noFill/>
          </a:ln>
        </p:spPr>
        <p:txBody>
          <a:bodyPr spcFirstLastPara="1" wrap="square" lIns="91425" tIns="91425" rIns="91425" bIns="91425" anchor="t" anchorCtr="0">
            <a:noAutofit/>
          </a:bodyPr>
          <a:lstStyle/>
          <a:p>
            <a:pPr algn="ctr">
              <a:buClr>
                <a:srgbClr val="000000"/>
              </a:buClr>
              <a:buSzPts val="1100"/>
              <a:buFont typeface="Arial"/>
              <a:buNone/>
            </a:pPr>
            <a:r>
              <a:rPr lang="en-IN" sz="1200" dirty="0">
                <a:latin typeface="Montserrat Medium" panose="00000600000000000000" pitchFamily="2" charset="0"/>
              </a:rPr>
              <a:t>Workload Calculation and Reporting</a:t>
            </a:r>
            <a:endParaRPr sz="1200" kern="0" dirty="0">
              <a:solidFill>
                <a:srgbClr val="000000"/>
              </a:solidFill>
              <a:latin typeface="Montserrat Medium" panose="00000600000000000000" pitchFamily="2" charset="0"/>
              <a:ea typeface="Montserrat Medium"/>
              <a:cs typeface="Montserrat Medium"/>
              <a:sym typeface="Montserrat Medium"/>
            </a:endParaRPr>
          </a:p>
        </p:txBody>
      </p:sp>
      <p:cxnSp>
        <p:nvCxnSpPr>
          <p:cNvPr id="16" name="Google Shape;66;p16">
            <a:extLst>
              <a:ext uri="{FF2B5EF4-FFF2-40B4-BE49-F238E27FC236}">
                <a16:creationId xmlns:a16="http://schemas.microsoft.com/office/drawing/2014/main" id="{88D86150-BE01-5760-405F-83E6F150A591}"/>
              </a:ext>
            </a:extLst>
          </p:cNvPr>
          <p:cNvCxnSpPr>
            <a:stCxn id="7" idx="2"/>
            <a:endCxn id="10" idx="6"/>
          </p:cNvCxnSpPr>
          <p:nvPr/>
        </p:nvCxnSpPr>
        <p:spPr>
          <a:xfrm rot="10800000" flipH="1">
            <a:off x="6419796" y="1218806"/>
            <a:ext cx="1407300" cy="1881900"/>
          </a:xfrm>
          <a:prstGeom prst="bentConnector3">
            <a:avLst>
              <a:gd name="adj1" fmla="val 50001"/>
            </a:avLst>
          </a:prstGeom>
          <a:noFill/>
          <a:ln w="9525" cap="flat" cmpd="sng">
            <a:solidFill>
              <a:srgbClr val="000000"/>
            </a:solidFill>
            <a:prstDash val="dot"/>
            <a:round/>
            <a:headEnd type="none" w="med" len="med"/>
            <a:tailEnd type="diamond" w="med" len="med"/>
          </a:ln>
        </p:spPr>
      </p:cxnSp>
      <p:cxnSp>
        <p:nvCxnSpPr>
          <p:cNvPr id="17" name="Google Shape;67;p16">
            <a:extLst>
              <a:ext uri="{FF2B5EF4-FFF2-40B4-BE49-F238E27FC236}">
                <a16:creationId xmlns:a16="http://schemas.microsoft.com/office/drawing/2014/main" id="{E5D2DCF2-9DA7-FF5A-362B-9EE2E74C39B5}"/>
              </a:ext>
            </a:extLst>
          </p:cNvPr>
          <p:cNvCxnSpPr>
            <a:cxnSpLocks/>
            <a:stCxn id="12" idx="2"/>
            <a:endCxn id="13" idx="0"/>
          </p:cNvCxnSpPr>
          <p:nvPr/>
        </p:nvCxnSpPr>
        <p:spPr>
          <a:xfrm>
            <a:off x="7946519" y="2334322"/>
            <a:ext cx="2" cy="646984"/>
          </a:xfrm>
          <a:prstGeom prst="straightConnector1">
            <a:avLst/>
          </a:prstGeom>
          <a:noFill/>
          <a:ln w="9525" cap="flat" cmpd="sng">
            <a:solidFill>
              <a:srgbClr val="000000"/>
            </a:solidFill>
            <a:prstDash val="solid"/>
            <a:round/>
            <a:headEnd type="none" w="med" len="med"/>
            <a:tailEnd type="triangle" w="med" len="med"/>
          </a:ln>
        </p:spPr>
      </p:cxnSp>
      <p:cxnSp>
        <p:nvCxnSpPr>
          <p:cNvPr id="18" name="Google Shape;68;p16">
            <a:extLst>
              <a:ext uri="{FF2B5EF4-FFF2-40B4-BE49-F238E27FC236}">
                <a16:creationId xmlns:a16="http://schemas.microsoft.com/office/drawing/2014/main" id="{3D1A0F7C-402E-9A43-61A2-2B21A9537B64}"/>
              </a:ext>
            </a:extLst>
          </p:cNvPr>
          <p:cNvCxnSpPr>
            <a:cxnSpLocks/>
            <a:stCxn id="6" idx="2"/>
            <a:endCxn id="7" idx="0"/>
          </p:cNvCxnSpPr>
          <p:nvPr/>
        </p:nvCxnSpPr>
        <p:spPr>
          <a:xfrm>
            <a:off x="6300396" y="2449049"/>
            <a:ext cx="0" cy="532257"/>
          </a:xfrm>
          <a:prstGeom prst="straightConnector1">
            <a:avLst/>
          </a:prstGeom>
          <a:noFill/>
          <a:ln w="9525" cap="flat" cmpd="sng">
            <a:solidFill>
              <a:srgbClr val="000000"/>
            </a:solidFill>
            <a:prstDash val="solid"/>
            <a:round/>
            <a:headEnd type="none" w="med" len="med"/>
            <a:tailEnd type="triangl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PlaceHolder 1"/>
          <p:cNvSpPr>
            <a:spLocks noGrp="1"/>
          </p:cNvSpPr>
          <p:nvPr>
            <p:ph type="subTitle"/>
          </p:nvPr>
        </p:nvSpPr>
        <p:spPr>
          <a:xfrm>
            <a:off x="714240" y="1457280"/>
            <a:ext cx="7410240" cy="2885760"/>
          </a:xfrm>
          <a:prstGeom prst="rect">
            <a:avLst/>
          </a:prstGeom>
          <a:noFill/>
          <a:ln w="0">
            <a:noFill/>
          </a:ln>
        </p:spPr>
        <p:txBody>
          <a:bodyPr lIns="91440" tIns="91440" rIns="91440" bIns="91440" anchor="ctr">
            <a:normAutofit/>
          </a:bodyPr>
          <a:lstStyle/>
          <a:p>
            <a:pPr algn="ctr">
              <a:lnSpc>
                <a:spcPct val="100000"/>
              </a:lnSpc>
              <a:tabLst>
                <a:tab pos="0" algn="l"/>
              </a:tabLst>
            </a:pPr>
            <a:r>
              <a:rPr lang="en-US" sz="1600" dirty="0">
                <a:latin typeface="Montserrat" panose="00000500000000000000" pitchFamily="2" charset="0"/>
              </a:rPr>
              <a:t>This module allows the department to upload a complete list of UG and PG electives to a centralized platform. Faculty members are then invited to submit their preferences—three UG and three PG courses—based on seniority. The system ensures structured and traceable preference collection, forming the foundation for fair course distribution.</a:t>
            </a:r>
            <a:endParaRPr lang="en-US" sz="1600" b="0" strike="noStrike" spc="-1" dirty="0">
              <a:solidFill>
                <a:srgbClr val="000000"/>
              </a:solidFill>
              <a:latin typeface="Montserrat" panose="00000500000000000000" pitchFamily="2" charset="0"/>
            </a:endParaRPr>
          </a:p>
        </p:txBody>
      </p:sp>
      <p:sp>
        <p:nvSpPr>
          <p:cNvPr id="294" name="PlaceHolder 2"/>
          <p:cNvSpPr>
            <a:spLocks noGrp="1"/>
          </p:cNvSpPr>
          <p:nvPr>
            <p:ph type="title"/>
          </p:nvPr>
        </p:nvSpPr>
        <p:spPr>
          <a:xfrm>
            <a:off x="714239" y="425538"/>
            <a:ext cx="7790423" cy="1262014"/>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US" sz="3400" dirty="0">
                <a:latin typeface="Vidaloka"/>
              </a:rPr>
              <a:t>Elective Finalization and Preference Collection</a:t>
            </a:r>
            <a:endParaRPr lang="fr-FR" sz="3400" b="0" strike="noStrike" spc="-1" dirty="0">
              <a:solidFill>
                <a:schemeClr val="dk1"/>
              </a:solidFill>
              <a:latin typeface="Vidalok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A7391-0315-F610-3DC4-9D745999E9A3}"/>
            </a:ext>
          </a:extLst>
        </p:cNvPr>
        <p:cNvGrpSpPr/>
        <p:nvPr/>
      </p:nvGrpSpPr>
      <p:grpSpPr>
        <a:xfrm>
          <a:off x="0" y="0"/>
          <a:ext cx="0" cy="0"/>
          <a:chOff x="0" y="0"/>
          <a:chExt cx="0" cy="0"/>
        </a:xfrm>
      </p:grpSpPr>
      <p:sp>
        <p:nvSpPr>
          <p:cNvPr id="293" name="PlaceHolder 1">
            <a:extLst>
              <a:ext uri="{FF2B5EF4-FFF2-40B4-BE49-F238E27FC236}">
                <a16:creationId xmlns:a16="http://schemas.microsoft.com/office/drawing/2014/main" id="{426F03D2-6C19-2C42-EB3D-0EBC5B8C293B}"/>
              </a:ext>
            </a:extLst>
          </p:cNvPr>
          <p:cNvSpPr>
            <a:spLocks noGrp="1"/>
          </p:cNvSpPr>
          <p:nvPr>
            <p:ph type="subTitle"/>
          </p:nvPr>
        </p:nvSpPr>
        <p:spPr>
          <a:xfrm>
            <a:off x="714240" y="1457280"/>
            <a:ext cx="7410240" cy="2885760"/>
          </a:xfrm>
          <a:prstGeom prst="rect">
            <a:avLst/>
          </a:prstGeom>
          <a:noFill/>
          <a:ln w="0">
            <a:noFill/>
          </a:ln>
        </p:spPr>
        <p:txBody>
          <a:bodyPr lIns="91440" tIns="91440" rIns="91440" bIns="91440" anchor="ctr">
            <a:normAutofit/>
          </a:bodyPr>
          <a:lstStyle/>
          <a:p>
            <a:pPr algn="ctr">
              <a:lnSpc>
                <a:spcPct val="100000"/>
              </a:lnSpc>
              <a:tabLst>
                <a:tab pos="0" algn="l"/>
              </a:tabLst>
            </a:pPr>
            <a:r>
              <a:rPr lang="en-US" sz="1600" dirty="0">
                <a:latin typeface="Montserrat" panose="00000500000000000000" pitchFamily="2" charset="0"/>
              </a:rPr>
              <a:t>To maintain equity, the system guarantees each faculty member their first-choice course. Once a choice is made, that course is dynamically removed from the list, ensuring the next faculty member selects from the updated pool. This transparent allocation logic builds trust and eliminates overlaps or conflicts in the selection process.</a:t>
            </a:r>
            <a:endParaRPr lang="en-US" sz="1600" b="0" strike="noStrike" spc="-1" dirty="0">
              <a:solidFill>
                <a:srgbClr val="000000"/>
              </a:solidFill>
              <a:latin typeface="Montserrat" panose="00000500000000000000" pitchFamily="2" charset="0"/>
            </a:endParaRPr>
          </a:p>
        </p:txBody>
      </p:sp>
      <p:sp>
        <p:nvSpPr>
          <p:cNvPr id="294" name="PlaceHolder 2">
            <a:extLst>
              <a:ext uri="{FF2B5EF4-FFF2-40B4-BE49-F238E27FC236}">
                <a16:creationId xmlns:a16="http://schemas.microsoft.com/office/drawing/2014/main" id="{03B422A5-B548-320A-FE82-1747E38E1265}"/>
              </a:ext>
            </a:extLst>
          </p:cNvPr>
          <p:cNvSpPr>
            <a:spLocks noGrp="1"/>
          </p:cNvSpPr>
          <p:nvPr>
            <p:ph type="title"/>
          </p:nvPr>
        </p:nvSpPr>
        <p:spPr>
          <a:xfrm>
            <a:off x="714240" y="945219"/>
            <a:ext cx="7790423" cy="1024121"/>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US" sz="3400" dirty="0">
                <a:latin typeface="Vidaloka"/>
              </a:rPr>
              <a:t>Fair and Transparent Course Allocation</a:t>
            </a:r>
            <a:endParaRPr lang="fr-FR" sz="3400" b="0" strike="noStrike" spc="-1" dirty="0">
              <a:solidFill>
                <a:schemeClr val="dk1"/>
              </a:solidFill>
              <a:latin typeface="Vidaloka"/>
            </a:endParaRPr>
          </a:p>
        </p:txBody>
      </p:sp>
    </p:spTree>
    <p:extLst>
      <p:ext uri="{BB962C8B-B14F-4D97-AF65-F5344CB8AC3E}">
        <p14:creationId xmlns:p14="http://schemas.microsoft.com/office/powerpoint/2010/main" val="1779889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B5D48-38FD-BDC3-FE60-BD119051A22D}"/>
            </a:ext>
          </a:extLst>
        </p:cNvPr>
        <p:cNvGrpSpPr/>
        <p:nvPr/>
      </p:nvGrpSpPr>
      <p:grpSpPr>
        <a:xfrm>
          <a:off x="0" y="0"/>
          <a:ext cx="0" cy="0"/>
          <a:chOff x="0" y="0"/>
          <a:chExt cx="0" cy="0"/>
        </a:xfrm>
      </p:grpSpPr>
      <p:sp>
        <p:nvSpPr>
          <p:cNvPr id="293" name="PlaceHolder 1">
            <a:extLst>
              <a:ext uri="{FF2B5EF4-FFF2-40B4-BE49-F238E27FC236}">
                <a16:creationId xmlns:a16="http://schemas.microsoft.com/office/drawing/2014/main" id="{40DC5EB4-31D9-C40C-CEE6-0AD4EC3C036C}"/>
              </a:ext>
            </a:extLst>
          </p:cNvPr>
          <p:cNvSpPr>
            <a:spLocks noGrp="1"/>
          </p:cNvSpPr>
          <p:nvPr>
            <p:ph type="subTitle"/>
          </p:nvPr>
        </p:nvSpPr>
        <p:spPr>
          <a:xfrm>
            <a:off x="714240" y="1457280"/>
            <a:ext cx="7410240" cy="2885760"/>
          </a:xfrm>
          <a:prstGeom prst="rect">
            <a:avLst/>
          </a:prstGeom>
          <a:noFill/>
          <a:ln w="0">
            <a:noFill/>
          </a:ln>
        </p:spPr>
        <p:txBody>
          <a:bodyPr lIns="91440" tIns="91440" rIns="91440" bIns="91440" anchor="ctr">
            <a:normAutofit/>
          </a:bodyPr>
          <a:lstStyle/>
          <a:p>
            <a:pPr algn="ctr">
              <a:lnSpc>
                <a:spcPct val="100000"/>
              </a:lnSpc>
              <a:tabLst>
                <a:tab pos="0" algn="l"/>
              </a:tabLst>
            </a:pPr>
            <a:r>
              <a:rPr lang="en-US" sz="1600" dirty="0">
                <a:latin typeface="Montserrat" panose="00000500000000000000" pitchFamily="2" charset="0"/>
              </a:rPr>
              <a:t>Lab sessions are allocated first, based on course requirements and lab floor availability. UG labs are typically scheduled on upper floors, while PG labs require first-floor access. Timetables are then constructed by enforcing constraints such as no consecutive periods, one free day per faculty, and balanced hour distribution to prevent overloading.</a:t>
            </a:r>
            <a:endParaRPr lang="en-US" sz="1600" b="0" strike="noStrike" spc="-1" dirty="0">
              <a:solidFill>
                <a:srgbClr val="000000"/>
              </a:solidFill>
              <a:latin typeface="Montserrat" panose="00000500000000000000" pitchFamily="2" charset="0"/>
            </a:endParaRPr>
          </a:p>
        </p:txBody>
      </p:sp>
      <p:sp>
        <p:nvSpPr>
          <p:cNvPr id="294" name="PlaceHolder 2">
            <a:extLst>
              <a:ext uri="{FF2B5EF4-FFF2-40B4-BE49-F238E27FC236}">
                <a16:creationId xmlns:a16="http://schemas.microsoft.com/office/drawing/2014/main" id="{FDD2F962-A000-ACFD-B91E-5C65B5146A3A}"/>
              </a:ext>
            </a:extLst>
          </p:cNvPr>
          <p:cNvSpPr>
            <a:spLocks noGrp="1"/>
          </p:cNvSpPr>
          <p:nvPr>
            <p:ph type="title"/>
          </p:nvPr>
        </p:nvSpPr>
        <p:spPr>
          <a:xfrm>
            <a:off x="714240" y="945219"/>
            <a:ext cx="7790423" cy="1024121"/>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US" sz="3400" dirty="0">
                <a:latin typeface="Vidaloka"/>
              </a:rPr>
              <a:t>Lab Utilization and Timetable Planning</a:t>
            </a:r>
            <a:endParaRPr lang="fr-FR" sz="3400" b="0" strike="noStrike" spc="-1" dirty="0">
              <a:solidFill>
                <a:schemeClr val="dk1"/>
              </a:solidFill>
              <a:latin typeface="Vidaloka"/>
            </a:endParaRPr>
          </a:p>
        </p:txBody>
      </p:sp>
    </p:spTree>
    <p:extLst>
      <p:ext uri="{BB962C8B-B14F-4D97-AF65-F5344CB8AC3E}">
        <p14:creationId xmlns:p14="http://schemas.microsoft.com/office/powerpoint/2010/main" val="3732381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C24F2-5B19-5F55-70BE-4342CB38A760}"/>
            </a:ext>
          </a:extLst>
        </p:cNvPr>
        <p:cNvGrpSpPr/>
        <p:nvPr/>
      </p:nvGrpSpPr>
      <p:grpSpPr>
        <a:xfrm>
          <a:off x="0" y="0"/>
          <a:ext cx="0" cy="0"/>
          <a:chOff x="0" y="0"/>
          <a:chExt cx="0" cy="0"/>
        </a:xfrm>
      </p:grpSpPr>
      <p:sp>
        <p:nvSpPr>
          <p:cNvPr id="293" name="PlaceHolder 1">
            <a:extLst>
              <a:ext uri="{FF2B5EF4-FFF2-40B4-BE49-F238E27FC236}">
                <a16:creationId xmlns:a16="http://schemas.microsoft.com/office/drawing/2014/main" id="{D4A0C4A3-0BC6-1163-40A1-62B38EE07F81}"/>
              </a:ext>
            </a:extLst>
          </p:cNvPr>
          <p:cNvSpPr>
            <a:spLocks noGrp="1"/>
          </p:cNvSpPr>
          <p:nvPr>
            <p:ph type="subTitle"/>
          </p:nvPr>
        </p:nvSpPr>
        <p:spPr>
          <a:xfrm>
            <a:off x="714240" y="1457280"/>
            <a:ext cx="7410240" cy="2885760"/>
          </a:xfrm>
          <a:prstGeom prst="rect">
            <a:avLst/>
          </a:prstGeom>
          <a:noFill/>
          <a:ln w="0">
            <a:noFill/>
          </a:ln>
        </p:spPr>
        <p:txBody>
          <a:bodyPr lIns="91440" tIns="91440" rIns="91440" bIns="91440" anchor="ctr">
            <a:normAutofit/>
          </a:bodyPr>
          <a:lstStyle/>
          <a:p>
            <a:pPr algn="ctr">
              <a:lnSpc>
                <a:spcPct val="100000"/>
              </a:lnSpc>
              <a:tabLst>
                <a:tab pos="0" algn="l"/>
              </a:tabLst>
            </a:pPr>
            <a:r>
              <a:rPr lang="en-US" sz="1600" dirty="0">
                <a:latin typeface="Montserrat" panose="00000500000000000000" pitchFamily="2" charset="0"/>
              </a:rPr>
              <a:t>After mapping courses to faculty, the system computes individual workloads by summing hours from theory, lab, and additional responsibilities (e.g., NM/NPTEL duties). It generates structured reports such as staff-course mapping, individual workloads, and class-wise timetables—enabling data-driven academic planning and compliance with institutional standards.</a:t>
            </a:r>
            <a:endParaRPr lang="en-US" sz="1600" b="0" strike="noStrike" spc="-1" dirty="0">
              <a:solidFill>
                <a:srgbClr val="000000"/>
              </a:solidFill>
              <a:latin typeface="Montserrat" panose="00000500000000000000" pitchFamily="2" charset="0"/>
            </a:endParaRPr>
          </a:p>
        </p:txBody>
      </p:sp>
      <p:sp>
        <p:nvSpPr>
          <p:cNvPr id="294" name="PlaceHolder 2">
            <a:extLst>
              <a:ext uri="{FF2B5EF4-FFF2-40B4-BE49-F238E27FC236}">
                <a16:creationId xmlns:a16="http://schemas.microsoft.com/office/drawing/2014/main" id="{EB831503-A99A-7560-04D7-C06DC322F913}"/>
              </a:ext>
            </a:extLst>
          </p:cNvPr>
          <p:cNvSpPr>
            <a:spLocks noGrp="1"/>
          </p:cNvSpPr>
          <p:nvPr>
            <p:ph type="title"/>
          </p:nvPr>
        </p:nvSpPr>
        <p:spPr>
          <a:xfrm>
            <a:off x="714240" y="945219"/>
            <a:ext cx="7790423" cy="1024121"/>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IN" sz="3400" dirty="0">
                <a:latin typeface="Vidaloka"/>
              </a:rPr>
              <a:t>Workload Calculation and Reporting</a:t>
            </a:r>
            <a:endParaRPr lang="fr-FR" sz="3400" b="0" strike="noStrike" spc="-1" dirty="0">
              <a:solidFill>
                <a:schemeClr val="dk1"/>
              </a:solidFill>
              <a:latin typeface="Vidaloka"/>
            </a:endParaRPr>
          </a:p>
        </p:txBody>
      </p:sp>
    </p:spTree>
    <p:extLst>
      <p:ext uri="{BB962C8B-B14F-4D97-AF65-F5344CB8AC3E}">
        <p14:creationId xmlns:p14="http://schemas.microsoft.com/office/powerpoint/2010/main" val="890266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Google Shape;438;p24">
            <a:extLst>
              <a:ext uri="{FF2B5EF4-FFF2-40B4-BE49-F238E27FC236}">
                <a16:creationId xmlns:a16="http://schemas.microsoft.com/office/drawing/2014/main" id="{55BDB708-B368-3B7B-C097-C5E3EA264FC5}"/>
              </a:ext>
            </a:extLst>
          </p:cNvPr>
          <p:cNvSpPr/>
          <p:nvPr/>
        </p:nvSpPr>
        <p:spPr>
          <a:xfrm rot="5400000" flipH="1">
            <a:off x="776500" y="3315640"/>
            <a:ext cx="988200" cy="988200"/>
          </a:xfrm>
          <a:prstGeom prst="blockArc">
            <a:avLst>
              <a:gd name="adj1" fmla="val 4230986"/>
              <a:gd name="adj2" fmla="val 12465"/>
              <a:gd name="adj3" fmla="val 15811"/>
            </a:avLst>
          </a:prstGeom>
          <a:solidFill>
            <a:srgbClr val="A6BB74"/>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Montserrat Medium"/>
              <a:ea typeface="Montserrat Medium"/>
              <a:cs typeface="Montserrat Medium"/>
              <a:sym typeface="Montserrat Medium"/>
            </a:endParaRPr>
          </a:p>
        </p:txBody>
      </p:sp>
      <p:sp>
        <p:nvSpPr>
          <p:cNvPr id="300" name="PlaceHolder 1"/>
          <p:cNvSpPr>
            <a:spLocks noGrp="1"/>
          </p:cNvSpPr>
          <p:nvPr>
            <p:ph type="title"/>
          </p:nvPr>
        </p:nvSpPr>
        <p:spPr>
          <a:xfrm>
            <a:off x="4333292" y="2393659"/>
            <a:ext cx="4244330" cy="647280"/>
          </a:xfrm>
          <a:prstGeom prst="rect">
            <a:avLst/>
          </a:prstGeom>
          <a:noFill/>
          <a:ln w="0">
            <a:noFill/>
          </a:ln>
        </p:spPr>
        <p:txBody>
          <a:bodyPr lIns="91440" tIns="91440" rIns="91440" bIns="91440" anchor="ctr">
            <a:noAutofit/>
          </a:bodyPr>
          <a:lstStyle/>
          <a:p>
            <a:pPr indent="0" algn="r">
              <a:lnSpc>
                <a:spcPct val="100000"/>
              </a:lnSpc>
              <a:buNone/>
              <a:tabLst>
                <a:tab pos="0" algn="l"/>
              </a:tabLst>
            </a:pPr>
            <a:r>
              <a:rPr lang="en" sz="5400" b="1" strike="noStrike" spc="-1" dirty="0">
                <a:solidFill>
                  <a:schemeClr val="dk1"/>
                </a:solidFill>
                <a:latin typeface="Vidaloka"/>
                <a:ea typeface="Vidaloka"/>
              </a:rPr>
              <a:t>Requirements</a:t>
            </a:r>
            <a:endParaRPr lang="fr-FR" sz="5400" b="1" strike="noStrike" spc="-1" dirty="0">
              <a:solidFill>
                <a:schemeClr val="dk1"/>
              </a:solidFill>
              <a:latin typeface="Arial"/>
            </a:endParaRPr>
          </a:p>
        </p:txBody>
      </p:sp>
      <p:sp>
        <p:nvSpPr>
          <p:cNvPr id="301" name="PlaceHolder 2"/>
          <p:cNvSpPr>
            <a:spLocks noGrp="1"/>
          </p:cNvSpPr>
          <p:nvPr>
            <p:ph type="title"/>
          </p:nvPr>
        </p:nvSpPr>
        <p:spPr>
          <a:xfrm>
            <a:off x="6823509" y="1391209"/>
            <a:ext cx="1647360" cy="980640"/>
          </a:xfrm>
          <a:prstGeom prst="rect">
            <a:avLst/>
          </a:prstGeom>
          <a:noFill/>
          <a:ln w="0">
            <a:noFill/>
          </a:ln>
        </p:spPr>
        <p:txBody>
          <a:bodyPr lIns="91440" tIns="91440" rIns="91440" bIns="91440" anchor="ctr">
            <a:normAutofit fontScale="90000"/>
          </a:bodyPr>
          <a:lstStyle/>
          <a:p>
            <a:pPr indent="0" algn="r">
              <a:lnSpc>
                <a:spcPct val="100000"/>
              </a:lnSpc>
              <a:buNone/>
              <a:tabLst>
                <a:tab pos="0" algn="l"/>
              </a:tabLst>
            </a:pPr>
            <a:r>
              <a:rPr lang="en" sz="7000" b="1" strike="noStrike" spc="-1" dirty="0">
                <a:solidFill>
                  <a:schemeClr val="accent1"/>
                </a:solidFill>
                <a:latin typeface="Vidaloka"/>
                <a:ea typeface="Vidaloka"/>
              </a:rPr>
              <a:t>02</a:t>
            </a:r>
            <a:endParaRPr lang="fr-FR" sz="7000" b="1" strike="noStrike" spc="-1" dirty="0">
              <a:solidFill>
                <a:schemeClr val="dk1"/>
              </a:solidFill>
              <a:latin typeface="Arial"/>
            </a:endParaRPr>
          </a:p>
        </p:txBody>
      </p:sp>
      <p:sp>
        <p:nvSpPr>
          <p:cNvPr id="302" name="PlaceHolder 3"/>
          <p:cNvSpPr>
            <a:spLocks noGrp="1"/>
          </p:cNvSpPr>
          <p:nvPr>
            <p:ph type="subTitle"/>
          </p:nvPr>
        </p:nvSpPr>
        <p:spPr>
          <a:xfrm>
            <a:off x="-840745" y="2668400"/>
            <a:ext cx="119633" cy="628200"/>
          </a:xfrm>
          <a:prstGeom prst="rect">
            <a:avLst/>
          </a:prstGeom>
          <a:noFill/>
          <a:ln w="0">
            <a:noFill/>
          </a:ln>
        </p:spPr>
        <p:txBody>
          <a:bodyPr lIns="91440" tIns="91440" rIns="91440" bIns="91440" anchor="ctr">
            <a:normAutofit/>
          </a:bodyPr>
          <a:lstStyle/>
          <a:p>
            <a:pPr indent="0" algn="ctr">
              <a:buNone/>
            </a:pPr>
            <a:r>
              <a:rPr lang="en-US" sz="1400" b="0" strike="noStrike" spc="-1" dirty="0">
                <a:solidFill>
                  <a:schemeClr val="dk1"/>
                </a:solidFill>
                <a:latin typeface="Montserrat"/>
                <a:ea typeface="Montserrat"/>
              </a:rPr>
              <a:t>A</a:t>
            </a:r>
          </a:p>
        </p:txBody>
      </p:sp>
      <p:cxnSp>
        <p:nvCxnSpPr>
          <p:cNvPr id="32" name="Google Shape;416;p24">
            <a:extLst>
              <a:ext uri="{FF2B5EF4-FFF2-40B4-BE49-F238E27FC236}">
                <a16:creationId xmlns:a16="http://schemas.microsoft.com/office/drawing/2014/main" id="{4493D439-9C7D-6A31-DB2C-07755B41112F}"/>
              </a:ext>
            </a:extLst>
          </p:cNvPr>
          <p:cNvCxnSpPr>
            <a:cxnSpLocks/>
          </p:cNvCxnSpPr>
          <p:nvPr/>
        </p:nvCxnSpPr>
        <p:spPr>
          <a:xfrm rot="10800000" flipH="1">
            <a:off x="1611400" y="3813352"/>
            <a:ext cx="367200" cy="3000"/>
          </a:xfrm>
          <a:prstGeom prst="straightConnector1">
            <a:avLst/>
          </a:prstGeom>
          <a:noFill/>
          <a:ln w="9525" cap="flat" cmpd="sng">
            <a:solidFill>
              <a:srgbClr val="000000"/>
            </a:solidFill>
            <a:prstDash val="solid"/>
            <a:round/>
            <a:headEnd type="none" w="med" len="med"/>
            <a:tailEnd type="diamond" w="med" len="med"/>
          </a:ln>
        </p:spPr>
      </p:cxnSp>
      <p:cxnSp>
        <p:nvCxnSpPr>
          <p:cNvPr id="33" name="Google Shape;418;p24">
            <a:extLst>
              <a:ext uri="{FF2B5EF4-FFF2-40B4-BE49-F238E27FC236}">
                <a16:creationId xmlns:a16="http://schemas.microsoft.com/office/drawing/2014/main" id="{A7D3B09E-082C-7C88-E410-98D042978DC8}"/>
              </a:ext>
            </a:extLst>
          </p:cNvPr>
          <p:cNvCxnSpPr>
            <a:stCxn id="46" idx="6"/>
          </p:cNvCxnSpPr>
          <p:nvPr/>
        </p:nvCxnSpPr>
        <p:spPr>
          <a:xfrm>
            <a:off x="1611400" y="2580242"/>
            <a:ext cx="367200" cy="0"/>
          </a:xfrm>
          <a:prstGeom prst="straightConnector1">
            <a:avLst/>
          </a:prstGeom>
          <a:noFill/>
          <a:ln w="9525" cap="flat" cmpd="sng">
            <a:solidFill>
              <a:srgbClr val="000000"/>
            </a:solidFill>
            <a:prstDash val="solid"/>
            <a:round/>
            <a:headEnd type="none" w="med" len="med"/>
            <a:tailEnd type="diamond" w="med" len="med"/>
          </a:ln>
        </p:spPr>
      </p:cxnSp>
      <p:cxnSp>
        <p:nvCxnSpPr>
          <p:cNvPr id="34" name="Google Shape;420;p24">
            <a:extLst>
              <a:ext uri="{FF2B5EF4-FFF2-40B4-BE49-F238E27FC236}">
                <a16:creationId xmlns:a16="http://schemas.microsoft.com/office/drawing/2014/main" id="{0FE491B6-C8DF-9DE8-3A5E-40D67F3FD35B}"/>
              </a:ext>
            </a:extLst>
          </p:cNvPr>
          <p:cNvCxnSpPr>
            <a:cxnSpLocks/>
            <a:stCxn id="44" idx="6"/>
          </p:cNvCxnSpPr>
          <p:nvPr/>
        </p:nvCxnSpPr>
        <p:spPr>
          <a:xfrm>
            <a:off x="1611400" y="1327148"/>
            <a:ext cx="367200" cy="0"/>
          </a:xfrm>
          <a:prstGeom prst="straightConnector1">
            <a:avLst/>
          </a:prstGeom>
          <a:noFill/>
          <a:ln w="9525" cap="flat" cmpd="sng">
            <a:solidFill>
              <a:srgbClr val="000000"/>
            </a:solidFill>
            <a:prstDash val="solid"/>
            <a:round/>
            <a:headEnd type="none" w="med" len="med"/>
            <a:tailEnd type="diamond" w="med" len="med"/>
          </a:ln>
        </p:spPr>
      </p:cxnSp>
      <p:sp>
        <p:nvSpPr>
          <p:cNvPr id="35" name="Google Shape;424;p24">
            <a:extLst>
              <a:ext uri="{FF2B5EF4-FFF2-40B4-BE49-F238E27FC236}">
                <a16:creationId xmlns:a16="http://schemas.microsoft.com/office/drawing/2014/main" id="{928A2B3E-8FBB-65B9-3BDC-B6170150C1ED}"/>
              </a:ext>
            </a:extLst>
          </p:cNvPr>
          <p:cNvSpPr txBox="1"/>
          <p:nvPr/>
        </p:nvSpPr>
        <p:spPr>
          <a:xfrm>
            <a:off x="2105499" y="986348"/>
            <a:ext cx="1596705" cy="431100"/>
          </a:xfrm>
          <a:prstGeom prst="rect">
            <a:avLst/>
          </a:prstGeom>
          <a:noFill/>
          <a:ln>
            <a:noFill/>
          </a:ln>
        </p:spPr>
        <p:txBody>
          <a:bodyPr spcFirstLastPara="1" wrap="square" lIns="91425" tIns="91425" rIns="91425" bIns="91425" anchor="b" anchorCtr="0">
            <a:noAutofit/>
          </a:bodyPr>
          <a:lstStyle/>
          <a:p>
            <a:pPr>
              <a:buClr>
                <a:srgbClr val="000000"/>
              </a:buClr>
              <a:buFont typeface="Arial"/>
              <a:buNone/>
            </a:pPr>
            <a:r>
              <a:rPr lang="en" sz="1400" kern="0" dirty="0">
                <a:solidFill>
                  <a:srgbClr val="000000"/>
                </a:solidFill>
                <a:latin typeface="Montserrat SemiBold"/>
                <a:ea typeface="Montserrat SemiBold"/>
                <a:cs typeface="Montserrat SemiBold"/>
                <a:sym typeface="Montserrat SemiBold"/>
              </a:rPr>
              <a:t>Requirement 1</a:t>
            </a:r>
            <a:endParaRPr sz="1400" kern="0" dirty="0">
              <a:solidFill>
                <a:srgbClr val="000000"/>
              </a:solidFill>
              <a:latin typeface="Montserrat SemiBold"/>
              <a:ea typeface="Montserrat SemiBold"/>
              <a:cs typeface="Montserrat SemiBold"/>
              <a:sym typeface="Montserrat SemiBold"/>
            </a:endParaRPr>
          </a:p>
        </p:txBody>
      </p:sp>
      <p:sp>
        <p:nvSpPr>
          <p:cNvPr id="36" name="Google Shape;425;p24">
            <a:extLst>
              <a:ext uri="{FF2B5EF4-FFF2-40B4-BE49-F238E27FC236}">
                <a16:creationId xmlns:a16="http://schemas.microsoft.com/office/drawing/2014/main" id="{90A32258-2E1F-1786-AFAE-A71DED425261}"/>
              </a:ext>
            </a:extLst>
          </p:cNvPr>
          <p:cNvSpPr txBox="1"/>
          <p:nvPr/>
        </p:nvSpPr>
        <p:spPr>
          <a:xfrm>
            <a:off x="2093275" y="1284621"/>
            <a:ext cx="1915500" cy="554100"/>
          </a:xfrm>
          <a:prstGeom prst="rect">
            <a:avLst/>
          </a:prstGeom>
          <a:noFill/>
          <a:ln>
            <a:noFill/>
          </a:ln>
        </p:spPr>
        <p:txBody>
          <a:bodyPr spcFirstLastPara="1" wrap="square" lIns="91425" tIns="91425" rIns="91425" bIns="91425" anchor="t" anchorCtr="0">
            <a:noAutofit/>
          </a:bodyPr>
          <a:lstStyle/>
          <a:p>
            <a:pPr>
              <a:buClr>
                <a:srgbClr val="000000"/>
              </a:buClr>
              <a:buFont typeface="Arial"/>
              <a:buNone/>
            </a:pPr>
            <a:r>
              <a:rPr lang="en" sz="1200" b="0" strike="noStrike" spc="-1" dirty="0">
                <a:solidFill>
                  <a:schemeClr val="dk1"/>
                </a:solidFill>
                <a:latin typeface="Montserrat Medium" panose="00000600000000000000" pitchFamily="2" charset="0"/>
                <a:ea typeface="Vidaloka"/>
              </a:rPr>
              <a:t>Local server software</a:t>
            </a:r>
            <a:endParaRPr sz="1200" kern="0" dirty="0">
              <a:solidFill>
                <a:srgbClr val="000000"/>
              </a:solidFill>
              <a:latin typeface="Montserrat Medium" panose="00000600000000000000" pitchFamily="2" charset="0"/>
              <a:ea typeface="Montserrat Medium"/>
              <a:cs typeface="Montserrat Medium"/>
              <a:sym typeface="Montserrat Medium"/>
            </a:endParaRPr>
          </a:p>
        </p:txBody>
      </p:sp>
      <p:sp>
        <p:nvSpPr>
          <p:cNvPr id="37" name="Google Shape;427;p24">
            <a:extLst>
              <a:ext uri="{FF2B5EF4-FFF2-40B4-BE49-F238E27FC236}">
                <a16:creationId xmlns:a16="http://schemas.microsoft.com/office/drawing/2014/main" id="{5A5B4399-D18E-6F87-F0FC-41BDA7F13B6E}"/>
              </a:ext>
            </a:extLst>
          </p:cNvPr>
          <p:cNvSpPr txBox="1"/>
          <p:nvPr/>
        </p:nvSpPr>
        <p:spPr>
          <a:xfrm>
            <a:off x="2105500" y="2207063"/>
            <a:ext cx="1596704" cy="431100"/>
          </a:xfrm>
          <a:prstGeom prst="rect">
            <a:avLst/>
          </a:prstGeom>
          <a:noFill/>
          <a:ln>
            <a:noFill/>
          </a:ln>
        </p:spPr>
        <p:txBody>
          <a:bodyPr spcFirstLastPara="1" wrap="square" lIns="91425" tIns="91425" rIns="91425" bIns="91425" anchor="b" anchorCtr="0">
            <a:noAutofit/>
          </a:bodyPr>
          <a:lstStyle/>
          <a:p>
            <a:pPr>
              <a:buClr>
                <a:srgbClr val="000000"/>
              </a:buClr>
              <a:buSzPts val="1100"/>
              <a:buFont typeface="Arial"/>
              <a:buNone/>
            </a:pPr>
            <a:r>
              <a:rPr lang="en" sz="1400" kern="0" dirty="0">
                <a:solidFill>
                  <a:srgbClr val="000000"/>
                </a:solidFill>
                <a:latin typeface="Montserrat SemiBold"/>
                <a:ea typeface="Montserrat SemiBold"/>
                <a:cs typeface="Montserrat SemiBold"/>
                <a:sym typeface="Montserrat SemiBold"/>
              </a:rPr>
              <a:t>Requirement 2</a:t>
            </a:r>
            <a:endParaRPr sz="1400" kern="0" dirty="0">
              <a:solidFill>
                <a:srgbClr val="000000"/>
              </a:solidFill>
              <a:latin typeface="Montserrat SemiBold"/>
              <a:ea typeface="Montserrat SemiBold"/>
              <a:cs typeface="Montserrat SemiBold"/>
              <a:sym typeface="Montserrat SemiBold"/>
            </a:endParaRPr>
          </a:p>
        </p:txBody>
      </p:sp>
      <p:sp>
        <p:nvSpPr>
          <p:cNvPr id="38" name="Google Shape;428;p24">
            <a:extLst>
              <a:ext uri="{FF2B5EF4-FFF2-40B4-BE49-F238E27FC236}">
                <a16:creationId xmlns:a16="http://schemas.microsoft.com/office/drawing/2014/main" id="{214192C0-FCA8-9B76-C945-3CD25D52F351}"/>
              </a:ext>
            </a:extLst>
          </p:cNvPr>
          <p:cNvSpPr txBox="1"/>
          <p:nvPr/>
        </p:nvSpPr>
        <p:spPr>
          <a:xfrm>
            <a:off x="2091246" y="2505337"/>
            <a:ext cx="1915500" cy="554100"/>
          </a:xfrm>
          <a:prstGeom prst="rect">
            <a:avLst/>
          </a:prstGeom>
          <a:noFill/>
          <a:ln>
            <a:noFill/>
          </a:ln>
        </p:spPr>
        <p:txBody>
          <a:bodyPr spcFirstLastPara="1" wrap="square" lIns="91425" tIns="91425" rIns="91425" bIns="91425" anchor="t" anchorCtr="0">
            <a:noAutofit/>
          </a:bodyPr>
          <a:lstStyle/>
          <a:p>
            <a:pPr>
              <a:buClr>
                <a:srgbClr val="000000"/>
              </a:buClr>
              <a:buFont typeface="Arial"/>
              <a:buNone/>
            </a:pPr>
            <a:r>
              <a:rPr lang="en" sz="1200" b="0" strike="noStrike" spc="-1" dirty="0">
                <a:solidFill>
                  <a:schemeClr val="dk1"/>
                </a:solidFill>
                <a:latin typeface="Montserrat Medium" panose="00000600000000000000" pitchFamily="2" charset="0"/>
                <a:ea typeface="Vidaloka"/>
              </a:rPr>
              <a:t>Login roles and permissions</a:t>
            </a:r>
            <a:endParaRPr sz="1200" kern="0" dirty="0">
              <a:solidFill>
                <a:srgbClr val="000000"/>
              </a:solidFill>
              <a:latin typeface="Montserrat Medium" panose="00000600000000000000" pitchFamily="2" charset="0"/>
              <a:ea typeface="Montserrat Medium"/>
              <a:cs typeface="Montserrat Medium"/>
              <a:sym typeface="Montserrat Medium"/>
            </a:endParaRPr>
          </a:p>
        </p:txBody>
      </p:sp>
      <p:sp>
        <p:nvSpPr>
          <p:cNvPr id="39" name="Google Shape;430;p24">
            <a:extLst>
              <a:ext uri="{FF2B5EF4-FFF2-40B4-BE49-F238E27FC236}">
                <a16:creationId xmlns:a16="http://schemas.microsoft.com/office/drawing/2014/main" id="{8A29E99E-BDE2-49D7-4CE4-85A6DBF22D2E}"/>
              </a:ext>
            </a:extLst>
          </p:cNvPr>
          <p:cNvSpPr txBox="1"/>
          <p:nvPr/>
        </p:nvSpPr>
        <p:spPr>
          <a:xfrm>
            <a:off x="2105500" y="3427779"/>
            <a:ext cx="1596704" cy="431100"/>
          </a:xfrm>
          <a:prstGeom prst="rect">
            <a:avLst/>
          </a:prstGeom>
          <a:noFill/>
          <a:ln>
            <a:noFill/>
          </a:ln>
        </p:spPr>
        <p:txBody>
          <a:bodyPr spcFirstLastPara="1" wrap="square" lIns="91425" tIns="91425" rIns="91425" bIns="91425" anchor="b" anchorCtr="0">
            <a:noAutofit/>
          </a:bodyPr>
          <a:lstStyle/>
          <a:p>
            <a:pPr>
              <a:buClr>
                <a:srgbClr val="000000"/>
              </a:buClr>
              <a:buSzPts val="1100"/>
              <a:buFont typeface="Arial"/>
              <a:buNone/>
            </a:pPr>
            <a:r>
              <a:rPr lang="en" sz="1400" kern="0" dirty="0">
                <a:solidFill>
                  <a:srgbClr val="000000"/>
                </a:solidFill>
                <a:latin typeface="Montserrat SemiBold"/>
                <a:ea typeface="Montserrat SemiBold"/>
                <a:cs typeface="Montserrat SemiBold"/>
                <a:sym typeface="Montserrat SemiBold"/>
              </a:rPr>
              <a:t>Requirement 3</a:t>
            </a:r>
            <a:endParaRPr sz="1400" kern="0" dirty="0">
              <a:solidFill>
                <a:srgbClr val="000000"/>
              </a:solidFill>
              <a:latin typeface="Montserrat SemiBold"/>
              <a:ea typeface="Montserrat SemiBold"/>
              <a:cs typeface="Montserrat SemiBold"/>
              <a:sym typeface="Montserrat SemiBold"/>
            </a:endParaRPr>
          </a:p>
        </p:txBody>
      </p:sp>
      <p:sp>
        <p:nvSpPr>
          <p:cNvPr id="40" name="Google Shape;431;p24">
            <a:extLst>
              <a:ext uri="{FF2B5EF4-FFF2-40B4-BE49-F238E27FC236}">
                <a16:creationId xmlns:a16="http://schemas.microsoft.com/office/drawing/2014/main" id="{F525A10A-3D4B-D4C3-803B-F0BB6C6AE987}"/>
              </a:ext>
            </a:extLst>
          </p:cNvPr>
          <p:cNvSpPr txBox="1"/>
          <p:nvPr/>
        </p:nvSpPr>
        <p:spPr>
          <a:xfrm>
            <a:off x="2091246" y="3754230"/>
            <a:ext cx="1915500" cy="554100"/>
          </a:xfrm>
          <a:prstGeom prst="rect">
            <a:avLst/>
          </a:prstGeom>
          <a:noFill/>
          <a:ln>
            <a:noFill/>
          </a:ln>
        </p:spPr>
        <p:txBody>
          <a:bodyPr spcFirstLastPara="1" wrap="square" lIns="91425" tIns="91425" rIns="91425" bIns="91425" anchor="t" anchorCtr="0">
            <a:noAutofit/>
          </a:bodyPr>
          <a:lstStyle/>
          <a:p>
            <a:pPr>
              <a:buClr>
                <a:srgbClr val="000000"/>
              </a:buClr>
              <a:buFont typeface="Arial"/>
              <a:buNone/>
            </a:pPr>
            <a:r>
              <a:rPr lang="en" sz="1200" b="0" strike="noStrike" spc="-1" dirty="0">
                <a:solidFill>
                  <a:schemeClr val="dk1"/>
                </a:solidFill>
                <a:latin typeface="Montserrat Medium" panose="00000600000000000000" pitchFamily="2" charset="0"/>
                <a:ea typeface="Vidaloka"/>
              </a:rPr>
              <a:t>Timetable constraints enforcement</a:t>
            </a:r>
            <a:endParaRPr sz="1200" kern="0" dirty="0">
              <a:solidFill>
                <a:srgbClr val="000000"/>
              </a:solidFill>
              <a:latin typeface="Montserrat Medium" panose="00000600000000000000" pitchFamily="2" charset="0"/>
              <a:ea typeface="Montserrat Medium"/>
              <a:cs typeface="Montserrat Medium"/>
              <a:sym typeface="Montserrat Medium"/>
            </a:endParaRPr>
          </a:p>
        </p:txBody>
      </p:sp>
      <p:cxnSp>
        <p:nvCxnSpPr>
          <p:cNvPr id="41" name="Google Shape;433;p24">
            <a:extLst>
              <a:ext uri="{FF2B5EF4-FFF2-40B4-BE49-F238E27FC236}">
                <a16:creationId xmlns:a16="http://schemas.microsoft.com/office/drawing/2014/main" id="{CC2EC4E7-957A-90A0-417C-220BB0FB5C0C}"/>
              </a:ext>
            </a:extLst>
          </p:cNvPr>
          <p:cNvCxnSpPr>
            <a:cxnSpLocks/>
            <a:stCxn id="44" idx="4"/>
          </p:cNvCxnSpPr>
          <p:nvPr/>
        </p:nvCxnSpPr>
        <p:spPr>
          <a:xfrm>
            <a:off x="1270600" y="1667948"/>
            <a:ext cx="0" cy="746100"/>
          </a:xfrm>
          <a:prstGeom prst="straightConnector1">
            <a:avLst/>
          </a:prstGeom>
          <a:noFill/>
          <a:ln w="9525" cap="flat" cmpd="sng">
            <a:solidFill>
              <a:srgbClr val="000000"/>
            </a:solidFill>
            <a:prstDash val="dot"/>
            <a:round/>
            <a:headEnd type="none" w="med" len="med"/>
            <a:tailEnd type="none" w="med" len="med"/>
          </a:ln>
        </p:spPr>
      </p:cxnSp>
      <p:cxnSp>
        <p:nvCxnSpPr>
          <p:cNvPr id="42" name="Google Shape;435;p24">
            <a:extLst>
              <a:ext uri="{FF2B5EF4-FFF2-40B4-BE49-F238E27FC236}">
                <a16:creationId xmlns:a16="http://schemas.microsoft.com/office/drawing/2014/main" id="{B165C1AE-086D-BFB1-CEA0-AC15CA3B5997}"/>
              </a:ext>
            </a:extLst>
          </p:cNvPr>
          <p:cNvCxnSpPr/>
          <p:nvPr/>
        </p:nvCxnSpPr>
        <p:spPr>
          <a:xfrm>
            <a:off x="1270600" y="2825641"/>
            <a:ext cx="0" cy="841500"/>
          </a:xfrm>
          <a:prstGeom prst="straightConnector1">
            <a:avLst/>
          </a:prstGeom>
          <a:noFill/>
          <a:ln w="9525" cap="flat" cmpd="sng">
            <a:solidFill>
              <a:srgbClr val="000000"/>
            </a:solidFill>
            <a:prstDash val="dot"/>
            <a:round/>
            <a:headEnd type="none" w="med" len="med"/>
            <a:tailEnd type="none" w="med" len="med"/>
          </a:ln>
        </p:spPr>
      </p:cxnSp>
      <p:sp>
        <p:nvSpPr>
          <p:cNvPr id="43" name="Google Shape;436;p24">
            <a:extLst>
              <a:ext uri="{FF2B5EF4-FFF2-40B4-BE49-F238E27FC236}">
                <a16:creationId xmlns:a16="http://schemas.microsoft.com/office/drawing/2014/main" id="{16FCF292-9816-BDC4-3C4D-DB472B10614F}"/>
              </a:ext>
            </a:extLst>
          </p:cNvPr>
          <p:cNvSpPr/>
          <p:nvPr/>
        </p:nvSpPr>
        <p:spPr>
          <a:xfrm rot="5400000" flipH="1">
            <a:off x="776500" y="830092"/>
            <a:ext cx="988200" cy="988200"/>
          </a:xfrm>
          <a:prstGeom prst="blockArc">
            <a:avLst>
              <a:gd name="adj1" fmla="val 10800000"/>
              <a:gd name="adj2" fmla="val 12465"/>
              <a:gd name="adj3" fmla="val 15811"/>
            </a:avLst>
          </a:prstGeom>
          <a:solidFill>
            <a:srgbClr val="F0E6DA"/>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Montserrat Medium"/>
              <a:ea typeface="Montserrat Medium"/>
              <a:cs typeface="Montserrat Medium"/>
              <a:sym typeface="Montserrat Medium"/>
            </a:endParaRPr>
          </a:p>
        </p:txBody>
      </p:sp>
      <p:sp>
        <p:nvSpPr>
          <p:cNvPr id="44" name="Google Shape;421;p24">
            <a:extLst>
              <a:ext uri="{FF2B5EF4-FFF2-40B4-BE49-F238E27FC236}">
                <a16:creationId xmlns:a16="http://schemas.microsoft.com/office/drawing/2014/main" id="{257D88BC-49F0-8BEE-6CE6-3B3E4E1E0B36}"/>
              </a:ext>
            </a:extLst>
          </p:cNvPr>
          <p:cNvSpPr/>
          <p:nvPr/>
        </p:nvSpPr>
        <p:spPr>
          <a:xfrm>
            <a:off x="929800" y="986348"/>
            <a:ext cx="681600" cy="68160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Montserrat Medium"/>
              <a:ea typeface="Montserrat Medium"/>
              <a:cs typeface="Montserrat Medium"/>
              <a:sym typeface="Montserrat Medium"/>
            </a:endParaRPr>
          </a:p>
        </p:txBody>
      </p:sp>
      <p:sp>
        <p:nvSpPr>
          <p:cNvPr id="45" name="Google Shape;437;p24">
            <a:extLst>
              <a:ext uri="{FF2B5EF4-FFF2-40B4-BE49-F238E27FC236}">
                <a16:creationId xmlns:a16="http://schemas.microsoft.com/office/drawing/2014/main" id="{F1E3F290-C5D9-5CB9-3102-41728CD7E9BC}"/>
              </a:ext>
            </a:extLst>
          </p:cNvPr>
          <p:cNvSpPr/>
          <p:nvPr/>
        </p:nvSpPr>
        <p:spPr>
          <a:xfrm rot="5400000" flipH="1">
            <a:off x="776500" y="2086167"/>
            <a:ext cx="988200" cy="988200"/>
          </a:xfrm>
          <a:prstGeom prst="blockArc">
            <a:avLst>
              <a:gd name="adj1" fmla="val 8232733"/>
              <a:gd name="adj2" fmla="val 12465"/>
              <a:gd name="adj3" fmla="val 15811"/>
            </a:avLst>
          </a:prstGeom>
          <a:solidFill>
            <a:srgbClr val="FFEDA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Montserrat Medium"/>
              <a:ea typeface="Montserrat Medium"/>
              <a:cs typeface="Montserrat Medium"/>
              <a:sym typeface="Montserrat Medium"/>
            </a:endParaRPr>
          </a:p>
        </p:txBody>
      </p:sp>
      <p:sp>
        <p:nvSpPr>
          <p:cNvPr id="46" name="Google Shape;419;p24">
            <a:extLst>
              <a:ext uri="{FF2B5EF4-FFF2-40B4-BE49-F238E27FC236}">
                <a16:creationId xmlns:a16="http://schemas.microsoft.com/office/drawing/2014/main" id="{116BACAB-63CA-4E35-918A-149A14C18AA5}"/>
              </a:ext>
            </a:extLst>
          </p:cNvPr>
          <p:cNvSpPr/>
          <p:nvPr/>
        </p:nvSpPr>
        <p:spPr>
          <a:xfrm>
            <a:off x="929800" y="2239442"/>
            <a:ext cx="681600" cy="68160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Montserrat Medium"/>
              <a:ea typeface="Montserrat Medium"/>
              <a:cs typeface="Montserrat Medium"/>
              <a:sym typeface="Montserrat Medium"/>
            </a:endParaRPr>
          </a:p>
        </p:txBody>
      </p:sp>
      <p:sp>
        <p:nvSpPr>
          <p:cNvPr id="52" name="Google Shape;462;p24">
            <a:extLst>
              <a:ext uri="{FF2B5EF4-FFF2-40B4-BE49-F238E27FC236}">
                <a16:creationId xmlns:a16="http://schemas.microsoft.com/office/drawing/2014/main" id="{5E35FBAC-D568-FB42-5DE9-AC7AC11DEB3F}"/>
              </a:ext>
            </a:extLst>
          </p:cNvPr>
          <p:cNvSpPr/>
          <p:nvPr/>
        </p:nvSpPr>
        <p:spPr>
          <a:xfrm>
            <a:off x="1121719" y="2443862"/>
            <a:ext cx="285569" cy="285591"/>
          </a:xfrm>
          <a:custGeom>
            <a:avLst/>
            <a:gdLst/>
            <a:ahLst/>
            <a:cxnLst/>
            <a:rect l="l" t="t" r="r" b="b"/>
            <a:pathLst>
              <a:path w="12760" h="12761" extrusionOk="0">
                <a:moveTo>
                  <a:pt x="6427" y="3592"/>
                </a:moveTo>
                <a:cubicBezTo>
                  <a:pt x="7939" y="3592"/>
                  <a:pt x="9168" y="4821"/>
                  <a:pt x="9168" y="6365"/>
                </a:cubicBezTo>
                <a:cubicBezTo>
                  <a:pt x="9168" y="7846"/>
                  <a:pt x="7908" y="9106"/>
                  <a:pt x="6427" y="9106"/>
                </a:cubicBezTo>
                <a:cubicBezTo>
                  <a:pt x="4883" y="9106"/>
                  <a:pt x="3655" y="7877"/>
                  <a:pt x="3655" y="6365"/>
                </a:cubicBezTo>
                <a:cubicBezTo>
                  <a:pt x="3655" y="4821"/>
                  <a:pt x="4883" y="3592"/>
                  <a:pt x="6427" y="3592"/>
                </a:cubicBezTo>
                <a:close/>
                <a:moveTo>
                  <a:pt x="5829" y="1"/>
                </a:moveTo>
                <a:cubicBezTo>
                  <a:pt x="5356" y="1"/>
                  <a:pt x="5009" y="347"/>
                  <a:pt x="5009" y="852"/>
                </a:cubicBezTo>
                <a:lnTo>
                  <a:pt x="5009" y="1576"/>
                </a:lnTo>
                <a:cubicBezTo>
                  <a:pt x="4631" y="1702"/>
                  <a:pt x="4285" y="1828"/>
                  <a:pt x="3970" y="2017"/>
                </a:cubicBezTo>
                <a:lnTo>
                  <a:pt x="3466" y="1513"/>
                </a:lnTo>
                <a:cubicBezTo>
                  <a:pt x="3308" y="1356"/>
                  <a:pt x="3088" y="1277"/>
                  <a:pt x="2867" y="1277"/>
                </a:cubicBezTo>
                <a:cubicBezTo>
                  <a:pt x="2647" y="1277"/>
                  <a:pt x="2426" y="1356"/>
                  <a:pt x="2269" y="1513"/>
                </a:cubicBezTo>
                <a:lnTo>
                  <a:pt x="1481" y="2301"/>
                </a:lnTo>
                <a:cubicBezTo>
                  <a:pt x="1166" y="2616"/>
                  <a:pt x="1166" y="3151"/>
                  <a:pt x="1481" y="3466"/>
                </a:cubicBezTo>
                <a:lnTo>
                  <a:pt x="2017" y="4002"/>
                </a:lnTo>
                <a:cubicBezTo>
                  <a:pt x="1796" y="4317"/>
                  <a:pt x="1701" y="4664"/>
                  <a:pt x="1575" y="5010"/>
                </a:cubicBezTo>
                <a:lnTo>
                  <a:pt x="819" y="5010"/>
                </a:lnTo>
                <a:cubicBezTo>
                  <a:pt x="347" y="5010"/>
                  <a:pt x="0" y="5357"/>
                  <a:pt x="0" y="5829"/>
                </a:cubicBezTo>
                <a:lnTo>
                  <a:pt x="0" y="6932"/>
                </a:lnTo>
                <a:cubicBezTo>
                  <a:pt x="0" y="7405"/>
                  <a:pt x="347" y="7783"/>
                  <a:pt x="819" y="7783"/>
                </a:cubicBezTo>
                <a:lnTo>
                  <a:pt x="1575" y="7783"/>
                </a:lnTo>
                <a:cubicBezTo>
                  <a:pt x="1701" y="8129"/>
                  <a:pt x="1796" y="8476"/>
                  <a:pt x="2017" y="8791"/>
                </a:cubicBezTo>
                <a:lnTo>
                  <a:pt x="1481" y="9295"/>
                </a:lnTo>
                <a:cubicBezTo>
                  <a:pt x="1166" y="9610"/>
                  <a:pt x="1166" y="10177"/>
                  <a:pt x="1481" y="10492"/>
                </a:cubicBezTo>
                <a:lnTo>
                  <a:pt x="2269" y="11280"/>
                </a:lnTo>
                <a:cubicBezTo>
                  <a:pt x="2426" y="11437"/>
                  <a:pt x="2647" y="11516"/>
                  <a:pt x="2867" y="11516"/>
                </a:cubicBezTo>
                <a:cubicBezTo>
                  <a:pt x="3088" y="11516"/>
                  <a:pt x="3308" y="11437"/>
                  <a:pt x="3466" y="11280"/>
                </a:cubicBezTo>
                <a:lnTo>
                  <a:pt x="3970" y="10776"/>
                </a:lnTo>
                <a:cubicBezTo>
                  <a:pt x="4285" y="10965"/>
                  <a:pt x="4631" y="11091"/>
                  <a:pt x="5009" y="11185"/>
                </a:cubicBezTo>
                <a:lnTo>
                  <a:pt x="5009" y="11941"/>
                </a:lnTo>
                <a:cubicBezTo>
                  <a:pt x="5009" y="12414"/>
                  <a:pt x="5356" y="12760"/>
                  <a:pt x="5829" y="12760"/>
                </a:cubicBezTo>
                <a:lnTo>
                  <a:pt x="6931" y="12760"/>
                </a:lnTo>
                <a:cubicBezTo>
                  <a:pt x="7404" y="12760"/>
                  <a:pt x="7750" y="12414"/>
                  <a:pt x="7750" y="11941"/>
                </a:cubicBezTo>
                <a:lnTo>
                  <a:pt x="7750" y="11185"/>
                </a:lnTo>
                <a:cubicBezTo>
                  <a:pt x="8097" y="11091"/>
                  <a:pt x="8475" y="10965"/>
                  <a:pt x="8790" y="10776"/>
                </a:cubicBezTo>
                <a:lnTo>
                  <a:pt x="9294" y="11280"/>
                </a:lnTo>
                <a:cubicBezTo>
                  <a:pt x="9452" y="11437"/>
                  <a:pt x="9664" y="11516"/>
                  <a:pt x="9877" y="11516"/>
                </a:cubicBezTo>
                <a:cubicBezTo>
                  <a:pt x="10090" y="11516"/>
                  <a:pt x="10302" y="11437"/>
                  <a:pt x="10460" y="11280"/>
                </a:cubicBezTo>
                <a:lnTo>
                  <a:pt x="11247" y="10492"/>
                </a:lnTo>
                <a:cubicBezTo>
                  <a:pt x="11563" y="10177"/>
                  <a:pt x="11563" y="9610"/>
                  <a:pt x="11247" y="9295"/>
                </a:cubicBezTo>
                <a:lnTo>
                  <a:pt x="10743" y="8791"/>
                </a:lnTo>
                <a:cubicBezTo>
                  <a:pt x="10932" y="8476"/>
                  <a:pt x="11058" y="8129"/>
                  <a:pt x="11184" y="7783"/>
                </a:cubicBezTo>
                <a:lnTo>
                  <a:pt x="11941" y="7783"/>
                </a:lnTo>
                <a:cubicBezTo>
                  <a:pt x="12413" y="7783"/>
                  <a:pt x="12760" y="7405"/>
                  <a:pt x="12760" y="6932"/>
                </a:cubicBezTo>
                <a:lnTo>
                  <a:pt x="12760" y="5829"/>
                </a:lnTo>
                <a:cubicBezTo>
                  <a:pt x="12760" y="5325"/>
                  <a:pt x="12350" y="4979"/>
                  <a:pt x="11941" y="4979"/>
                </a:cubicBezTo>
                <a:lnTo>
                  <a:pt x="11184" y="4979"/>
                </a:lnTo>
                <a:cubicBezTo>
                  <a:pt x="11058" y="4632"/>
                  <a:pt x="10932" y="4254"/>
                  <a:pt x="10743" y="3939"/>
                </a:cubicBezTo>
                <a:lnTo>
                  <a:pt x="11247" y="3435"/>
                </a:lnTo>
                <a:cubicBezTo>
                  <a:pt x="11563" y="3120"/>
                  <a:pt x="11563" y="2553"/>
                  <a:pt x="11247" y="2238"/>
                </a:cubicBezTo>
                <a:lnTo>
                  <a:pt x="10460" y="1450"/>
                </a:lnTo>
                <a:cubicBezTo>
                  <a:pt x="10302" y="1293"/>
                  <a:pt x="10090" y="1214"/>
                  <a:pt x="9877" y="1214"/>
                </a:cubicBezTo>
                <a:cubicBezTo>
                  <a:pt x="9664" y="1214"/>
                  <a:pt x="9452" y="1293"/>
                  <a:pt x="9294" y="1450"/>
                </a:cubicBezTo>
                <a:lnTo>
                  <a:pt x="8790" y="1986"/>
                </a:lnTo>
                <a:cubicBezTo>
                  <a:pt x="8475" y="1765"/>
                  <a:pt x="8097" y="1671"/>
                  <a:pt x="7750" y="1545"/>
                </a:cubicBezTo>
                <a:lnTo>
                  <a:pt x="7750" y="852"/>
                </a:lnTo>
                <a:cubicBezTo>
                  <a:pt x="7750" y="379"/>
                  <a:pt x="7404" y="1"/>
                  <a:pt x="6931"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cs typeface="Arial"/>
              <a:sym typeface="Arial"/>
            </a:endParaRPr>
          </a:p>
        </p:txBody>
      </p:sp>
      <p:sp>
        <p:nvSpPr>
          <p:cNvPr id="259" name="Google Shape;458;p24">
            <a:extLst>
              <a:ext uri="{FF2B5EF4-FFF2-40B4-BE49-F238E27FC236}">
                <a16:creationId xmlns:a16="http://schemas.microsoft.com/office/drawing/2014/main" id="{F2534DD3-AA4E-297F-6D36-8598E2A07BD6}"/>
              </a:ext>
            </a:extLst>
          </p:cNvPr>
          <p:cNvSpPr/>
          <p:nvPr/>
        </p:nvSpPr>
        <p:spPr>
          <a:xfrm>
            <a:off x="929800" y="3468118"/>
            <a:ext cx="681600" cy="68160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Montserrat Medium"/>
              <a:ea typeface="Montserrat Medium"/>
              <a:cs typeface="Montserrat Medium"/>
              <a:sym typeface="Montserrat Medium"/>
            </a:endParaRPr>
          </a:p>
        </p:txBody>
      </p:sp>
      <p:grpSp>
        <p:nvGrpSpPr>
          <p:cNvPr id="260" name="Google Shape;468;p24">
            <a:extLst>
              <a:ext uri="{FF2B5EF4-FFF2-40B4-BE49-F238E27FC236}">
                <a16:creationId xmlns:a16="http://schemas.microsoft.com/office/drawing/2014/main" id="{3A85208C-D889-8FC6-8B65-0FD346090DF7}"/>
              </a:ext>
            </a:extLst>
          </p:cNvPr>
          <p:cNvGrpSpPr/>
          <p:nvPr/>
        </p:nvGrpSpPr>
        <p:grpSpPr>
          <a:xfrm>
            <a:off x="1124897" y="3652210"/>
            <a:ext cx="291413" cy="285615"/>
            <a:chOff x="-60988625" y="3740800"/>
            <a:chExt cx="316650" cy="310350"/>
          </a:xfrm>
        </p:grpSpPr>
        <p:sp>
          <p:nvSpPr>
            <p:cNvPr id="261" name="Google Shape;469;p24">
              <a:extLst>
                <a:ext uri="{FF2B5EF4-FFF2-40B4-BE49-F238E27FC236}">
                  <a16:creationId xmlns:a16="http://schemas.microsoft.com/office/drawing/2014/main" id="{A2397604-ED41-AA17-8C60-54196926B9FF}"/>
                </a:ext>
              </a:extLst>
            </p:cNvPr>
            <p:cNvSpPr/>
            <p:nvPr/>
          </p:nvSpPr>
          <p:spPr>
            <a:xfrm>
              <a:off x="-60988625" y="3740800"/>
              <a:ext cx="311125" cy="310350"/>
            </a:xfrm>
            <a:custGeom>
              <a:avLst/>
              <a:gdLst/>
              <a:ahLst/>
              <a:cxnLst/>
              <a:rect l="l" t="t" r="r" b="b"/>
              <a:pathLst>
                <a:path w="12445" h="12414" extrusionOk="0">
                  <a:moveTo>
                    <a:pt x="7026" y="1670"/>
                  </a:moveTo>
                  <a:cubicBezTo>
                    <a:pt x="7278" y="1670"/>
                    <a:pt x="7467" y="1859"/>
                    <a:pt x="7467" y="2111"/>
                  </a:cubicBezTo>
                  <a:cubicBezTo>
                    <a:pt x="7467" y="2332"/>
                    <a:pt x="7278" y="2490"/>
                    <a:pt x="7026" y="2490"/>
                  </a:cubicBezTo>
                  <a:lnTo>
                    <a:pt x="2080" y="2490"/>
                  </a:lnTo>
                  <a:cubicBezTo>
                    <a:pt x="1828" y="2490"/>
                    <a:pt x="1639" y="2300"/>
                    <a:pt x="1639" y="2111"/>
                  </a:cubicBezTo>
                  <a:cubicBezTo>
                    <a:pt x="1639" y="1828"/>
                    <a:pt x="1828" y="1670"/>
                    <a:pt x="2080" y="1670"/>
                  </a:cubicBezTo>
                  <a:close/>
                  <a:moveTo>
                    <a:pt x="7026" y="4159"/>
                  </a:moveTo>
                  <a:cubicBezTo>
                    <a:pt x="7278" y="4159"/>
                    <a:pt x="7467" y="4348"/>
                    <a:pt x="7467" y="4537"/>
                  </a:cubicBezTo>
                  <a:cubicBezTo>
                    <a:pt x="7467" y="4789"/>
                    <a:pt x="7278" y="4978"/>
                    <a:pt x="7026" y="4978"/>
                  </a:cubicBezTo>
                  <a:lnTo>
                    <a:pt x="2080" y="4978"/>
                  </a:lnTo>
                  <a:cubicBezTo>
                    <a:pt x="1828" y="4978"/>
                    <a:pt x="1639" y="4789"/>
                    <a:pt x="1639" y="4537"/>
                  </a:cubicBezTo>
                  <a:cubicBezTo>
                    <a:pt x="1639" y="4317"/>
                    <a:pt x="1828" y="4159"/>
                    <a:pt x="2080" y="4159"/>
                  </a:cubicBezTo>
                  <a:close/>
                  <a:moveTo>
                    <a:pt x="7026" y="6648"/>
                  </a:moveTo>
                  <a:cubicBezTo>
                    <a:pt x="7278" y="6648"/>
                    <a:pt x="7467" y="6837"/>
                    <a:pt x="7467" y="7058"/>
                  </a:cubicBezTo>
                  <a:cubicBezTo>
                    <a:pt x="7467" y="7310"/>
                    <a:pt x="7278" y="7467"/>
                    <a:pt x="7026" y="7467"/>
                  </a:cubicBezTo>
                  <a:lnTo>
                    <a:pt x="2080" y="7467"/>
                  </a:lnTo>
                  <a:cubicBezTo>
                    <a:pt x="1828" y="7467"/>
                    <a:pt x="1639" y="7278"/>
                    <a:pt x="1639" y="7058"/>
                  </a:cubicBezTo>
                  <a:cubicBezTo>
                    <a:pt x="1639" y="6806"/>
                    <a:pt x="1828" y="6648"/>
                    <a:pt x="2080" y="6648"/>
                  </a:cubicBezTo>
                  <a:close/>
                  <a:moveTo>
                    <a:pt x="7026" y="9106"/>
                  </a:moveTo>
                  <a:cubicBezTo>
                    <a:pt x="7278" y="9106"/>
                    <a:pt x="7467" y="9295"/>
                    <a:pt x="7467" y="9515"/>
                  </a:cubicBezTo>
                  <a:cubicBezTo>
                    <a:pt x="7467" y="9736"/>
                    <a:pt x="7278" y="9893"/>
                    <a:pt x="7026" y="9893"/>
                  </a:cubicBezTo>
                  <a:lnTo>
                    <a:pt x="2080" y="9893"/>
                  </a:lnTo>
                  <a:cubicBezTo>
                    <a:pt x="1828" y="9893"/>
                    <a:pt x="1639" y="9704"/>
                    <a:pt x="1639" y="9515"/>
                  </a:cubicBezTo>
                  <a:cubicBezTo>
                    <a:pt x="1639" y="9263"/>
                    <a:pt x="1828" y="9106"/>
                    <a:pt x="2080" y="9106"/>
                  </a:cubicBezTo>
                  <a:close/>
                  <a:moveTo>
                    <a:pt x="11500" y="10775"/>
                  </a:moveTo>
                  <a:cubicBezTo>
                    <a:pt x="11342" y="11248"/>
                    <a:pt x="10870" y="11594"/>
                    <a:pt x="10303" y="11594"/>
                  </a:cubicBezTo>
                  <a:cubicBezTo>
                    <a:pt x="9767" y="11594"/>
                    <a:pt x="9326" y="11248"/>
                    <a:pt x="9137" y="10775"/>
                  </a:cubicBezTo>
                  <a:close/>
                  <a:moveTo>
                    <a:pt x="1261" y="1"/>
                  </a:moveTo>
                  <a:cubicBezTo>
                    <a:pt x="568" y="1"/>
                    <a:pt x="32" y="568"/>
                    <a:pt x="32" y="1229"/>
                  </a:cubicBezTo>
                  <a:lnTo>
                    <a:pt x="32" y="10334"/>
                  </a:lnTo>
                  <a:cubicBezTo>
                    <a:pt x="0" y="11468"/>
                    <a:pt x="946" y="12414"/>
                    <a:pt x="2080" y="12414"/>
                  </a:cubicBezTo>
                  <a:lnTo>
                    <a:pt x="10334" y="12414"/>
                  </a:lnTo>
                  <a:cubicBezTo>
                    <a:pt x="11500" y="12414"/>
                    <a:pt x="12445" y="11468"/>
                    <a:pt x="12445" y="10334"/>
                  </a:cubicBezTo>
                  <a:cubicBezTo>
                    <a:pt x="12445" y="10082"/>
                    <a:pt x="12224" y="9893"/>
                    <a:pt x="12004" y="9893"/>
                  </a:cubicBezTo>
                  <a:lnTo>
                    <a:pt x="9074" y="9893"/>
                  </a:lnTo>
                  <a:lnTo>
                    <a:pt x="9074" y="1229"/>
                  </a:lnTo>
                  <a:cubicBezTo>
                    <a:pt x="9074" y="568"/>
                    <a:pt x="8538" y="1"/>
                    <a:pt x="7877"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cs typeface="Arial"/>
                <a:sym typeface="Arial"/>
              </a:endParaRPr>
            </a:p>
          </p:txBody>
        </p:sp>
        <p:sp>
          <p:nvSpPr>
            <p:cNvPr id="262" name="Google Shape;470;p24">
              <a:extLst>
                <a:ext uri="{FF2B5EF4-FFF2-40B4-BE49-F238E27FC236}">
                  <a16:creationId xmlns:a16="http://schemas.microsoft.com/office/drawing/2014/main" id="{C3B3D856-C38A-0D8A-2726-02EEA08E447A}"/>
                </a:ext>
              </a:extLst>
            </p:cNvPr>
            <p:cNvSpPr/>
            <p:nvPr/>
          </p:nvSpPr>
          <p:spPr>
            <a:xfrm>
              <a:off x="-60742100" y="3920375"/>
              <a:ext cx="68550" cy="55175"/>
            </a:xfrm>
            <a:custGeom>
              <a:avLst/>
              <a:gdLst/>
              <a:ahLst/>
              <a:cxnLst/>
              <a:rect l="l" t="t" r="r" b="b"/>
              <a:pathLst>
                <a:path w="2742" h="2207" extrusionOk="0">
                  <a:moveTo>
                    <a:pt x="0" y="1"/>
                  </a:moveTo>
                  <a:lnTo>
                    <a:pt x="0" y="32"/>
                  </a:lnTo>
                  <a:lnTo>
                    <a:pt x="1009" y="1986"/>
                  </a:lnTo>
                  <a:cubicBezTo>
                    <a:pt x="1103" y="2080"/>
                    <a:pt x="1261" y="2206"/>
                    <a:pt x="1418" y="2206"/>
                  </a:cubicBezTo>
                  <a:cubicBezTo>
                    <a:pt x="1576" y="2206"/>
                    <a:pt x="1733" y="2143"/>
                    <a:pt x="1796" y="1986"/>
                  </a:cubicBezTo>
                  <a:lnTo>
                    <a:pt x="2741" y="32"/>
                  </a:lnTo>
                  <a:lnTo>
                    <a:pt x="2741" y="1"/>
                  </a:ln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cs typeface="Arial"/>
                <a:sym typeface="Arial"/>
              </a:endParaRPr>
            </a:p>
          </p:txBody>
        </p:sp>
        <p:sp>
          <p:nvSpPr>
            <p:cNvPr id="263" name="Google Shape;471;p24">
              <a:extLst>
                <a:ext uri="{FF2B5EF4-FFF2-40B4-BE49-F238E27FC236}">
                  <a16:creationId xmlns:a16="http://schemas.microsoft.com/office/drawing/2014/main" id="{67BD47F1-1DD1-920C-5D86-063979786063}"/>
                </a:ext>
              </a:extLst>
            </p:cNvPr>
            <p:cNvSpPr/>
            <p:nvPr/>
          </p:nvSpPr>
          <p:spPr>
            <a:xfrm>
              <a:off x="-60740525" y="3741600"/>
              <a:ext cx="68550" cy="158325"/>
            </a:xfrm>
            <a:custGeom>
              <a:avLst/>
              <a:gdLst/>
              <a:ahLst/>
              <a:cxnLst/>
              <a:rect l="l" t="t" r="r" b="b"/>
              <a:pathLst>
                <a:path w="2742" h="6333" extrusionOk="0">
                  <a:moveTo>
                    <a:pt x="1796" y="819"/>
                  </a:moveTo>
                  <a:cubicBezTo>
                    <a:pt x="1891" y="819"/>
                    <a:pt x="1922" y="882"/>
                    <a:pt x="1922" y="945"/>
                  </a:cubicBezTo>
                  <a:lnTo>
                    <a:pt x="1922" y="1638"/>
                  </a:lnTo>
                  <a:lnTo>
                    <a:pt x="820" y="1638"/>
                  </a:lnTo>
                  <a:lnTo>
                    <a:pt x="820" y="945"/>
                  </a:lnTo>
                  <a:cubicBezTo>
                    <a:pt x="820" y="851"/>
                    <a:pt x="883" y="819"/>
                    <a:pt x="977" y="819"/>
                  </a:cubicBezTo>
                  <a:close/>
                  <a:moveTo>
                    <a:pt x="977" y="0"/>
                  </a:moveTo>
                  <a:cubicBezTo>
                    <a:pt x="410" y="0"/>
                    <a:pt x="1" y="410"/>
                    <a:pt x="1" y="945"/>
                  </a:cubicBezTo>
                  <a:lnTo>
                    <a:pt x="1" y="6333"/>
                  </a:lnTo>
                  <a:lnTo>
                    <a:pt x="2741" y="6333"/>
                  </a:lnTo>
                  <a:lnTo>
                    <a:pt x="2741" y="945"/>
                  </a:lnTo>
                  <a:cubicBezTo>
                    <a:pt x="2741" y="410"/>
                    <a:pt x="2300" y="0"/>
                    <a:pt x="1796"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cs typeface="Arial"/>
                <a:sym typeface="Arial"/>
              </a:endParaRPr>
            </a:p>
          </p:txBody>
        </p:sp>
      </p:grpSp>
      <p:sp>
        <p:nvSpPr>
          <p:cNvPr id="264" name="Google Shape;603;p27">
            <a:extLst>
              <a:ext uri="{FF2B5EF4-FFF2-40B4-BE49-F238E27FC236}">
                <a16:creationId xmlns:a16="http://schemas.microsoft.com/office/drawing/2014/main" id="{04A60D3A-EB1D-B835-430A-740830455A4B}"/>
              </a:ext>
            </a:extLst>
          </p:cNvPr>
          <p:cNvSpPr/>
          <p:nvPr/>
        </p:nvSpPr>
        <p:spPr>
          <a:xfrm>
            <a:off x="1144024" y="1202812"/>
            <a:ext cx="254859" cy="286108"/>
          </a:xfrm>
          <a:custGeom>
            <a:avLst/>
            <a:gdLst/>
            <a:ahLst/>
            <a:cxnLst/>
            <a:rect l="l" t="t" r="r" b="b"/>
            <a:pathLst>
              <a:path w="17168" h="19273" extrusionOk="0">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PlaceHolder 1"/>
          <p:cNvSpPr>
            <a:spLocks noGrp="1"/>
          </p:cNvSpPr>
          <p:nvPr>
            <p:ph type="title"/>
          </p:nvPr>
        </p:nvSpPr>
        <p:spPr>
          <a:xfrm>
            <a:off x="553842" y="1170077"/>
            <a:ext cx="8036313" cy="780840"/>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 sz="3500" b="0" strike="noStrike" spc="-1" dirty="0">
                <a:solidFill>
                  <a:schemeClr val="dk1"/>
                </a:solidFill>
                <a:latin typeface="Vidaloka"/>
                <a:ea typeface="Vidaloka"/>
              </a:rPr>
              <a:t>Local server software</a:t>
            </a:r>
            <a:endParaRPr lang="fr-FR" sz="3500" b="0" strike="noStrike" spc="-1" dirty="0">
              <a:solidFill>
                <a:schemeClr val="dk1"/>
              </a:solidFill>
              <a:latin typeface="Arial"/>
            </a:endParaRPr>
          </a:p>
        </p:txBody>
      </p:sp>
      <p:sp>
        <p:nvSpPr>
          <p:cNvPr id="305" name="PlaceHolder 2"/>
          <p:cNvSpPr>
            <a:spLocks noGrp="1"/>
          </p:cNvSpPr>
          <p:nvPr>
            <p:ph type="subTitle"/>
          </p:nvPr>
        </p:nvSpPr>
        <p:spPr>
          <a:xfrm>
            <a:off x="862359" y="2408408"/>
            <a:ext cx="7419278" cy="1111966"/>
          </a:xfrm>
          <a:prstGeom prst="rect">
            <a:avLst/>
          </a:prstGeom>
          <a:noFill/>
          <a:ln w="0">
            <a:noFill/>
          </a:ln>
        </p:spPr>
        <p:txBody>
          <a:bodyPr lIns="91440" tIns="91440" rIns="91440" bIns="91440" anchor="t">
            <a:noAutofit/>
          </a:bodyPr>
          <a:lstStyle/>
          <a:p>
            <a:pPr indent="0" algn="ctr">
              <a:lnSpc>
                <a:spcPct val="100000"/>
              </a:lnSpc>
              <a:spcAft>
                <a:spcPts val="1001"/>
              </a:spcAft>
              <a:buNone/>
              <a:tabLst>
                <a:tab pos="0" algn="l"/>
              </a:tabLst>
            </a:pPr>
            <a:r>
              <a:rPr lang="en" sz="1600" b="0" strike="noStrike" spc="-1" dirty="0">
                <a:solidFill>
                  <a:schemeClr val="dk1"/>
                </a:solidFill>
                <a:latin typeface="Montserrat"/>
                <a:ea typeface="Montserrat"/>
              </a:rPr>
              <a:t>Utilize a departmental server to maintain course data security and accessibility for admin, HOD, and faculty members. The local server will manage course uploads, updates, and real-time data tracking.</a:t>
            </a:r>
            <a:endParaRPr lang="en-US" sz="1600" b="0" strike="noStrike" spc="-1" dirty="0">
              <a:solidFill>
                <a:srgbClr val="000000"/>
              </a:solidFill>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PlaceHolder 1"/>
          <p:cNvSpPr>
            <a:spLocks noGrp="1"/>
          </p:cNvSpPr>
          <p:nvPr>
            <p:ph type="subTitle"/>
          </p:nvPr>
        </p:nvSpPr>
        <p:spPr>
          <a:xfrm>
            <a:off x="1189463" y="2368825"/>
            <a:ext cx="6765073" cy="1771994"/>
          </a:xfrm>
          <a:prstGeom prst="rect">
            <a:avLst/>
          </a:prstGeom>
          <a:noFill/>
          <a:ln w="0">
            <a:noFill/>
          </a:ln>
        </p:spPr>
        <p:txBody>
          <a:bodyPr lIns="91440" tIns="91440" rIns="91440" bIns="91440" anchor="t">
            <a:normAutofit/>
          </a:bodyPr>
          <a:lstStyle/>
          <a:p>
            <a:pPr marL="0" indent="0" algn="ctr">
              <a:lnSpc>
                <a:spcPct val="100000"/>
              </a:lnSpc>
              <a:buNone/>
              <a:tabLst>
                <a:tab pos="0" algn="l"/>
              </a:tabLst>
            </a:pPr>
            <a:r>
              <a:rPr lang="en" sz="1600" b="0" strike="noStrike" spc="-1" dirty="0">
                <a:solidFill>
                  <a:schemeClr val="dk2"/>
                </a:solidFill>
                <a:latin typeface="Montserrat"/>
                <a:ea typeface="Montserrat"/>
              </a:rPr>
              <a:t>Define specific roles within the system for Admin, HOD, Timetable Coordinator, and Faculty to ensure security and appropriate access to information relevant to each role.</a:t>
            </a:r>
            <a:endParaRPr lang="en-US" sz="1600" b="0" strike="noStrike" spc="-1" dirty="0">
              <a:solidFill>
                <a:srgbClr val="000000"/>
              </a:solidFill>
              <a:latin typeface="OpenSymbol"/>
            </a:endParaRPr>
          </a:p>
        </p:txBody>
      </p:sp>
      <p:sp>
        <p:nvSpPr>
          <p:cNvPr id="308" name="PlaceHolder 2"/>
          <p:cNvSpPr>
            <a:spLocks noGrp="1"/>
          </p:cNvSpPr>
          <p:nvPr>
            <p:ph type="title"/>
          </p:nvPr>
        </p:nvSpPr>
        <p:spPr>
          <a:xfrm>
            <a:off x="1733760" y="1168953"/>
            <a:ext cx="5676480" cy="57132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3400" b="0" strike="noStrike" spc="-1" dirty="0">
                <a:solidFill>
                  <a:schemeClr val="dk1"/>
                </a:solidFill>
                <a:latin typeface="Vidaloka"/>
                <a:ea typeface="Vidaloka"/>
              </a:rPr>
              <a:t>Login roles and permissions</a:t>
            </a:r>
            <a:endParaRPr lang="fr-FR" sz="3400" b="0" strike="noStrike" spc="-1" dirty="0">
              <a:solidFill>
                <a:schemeClr val="dk1"/>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PlaceHolder 1"/>
          <p:cNvSpPr>
            <a:spLocks noGrp="1"/>
          </p:cNvSpPr>
          <p:nvPr>
            <p:ph type="subTitle"/>
          </p:nvPr>
        </p:nvSpPr>
        <p:spPr>
          <a:xfrm>
            <a:off x="866880" y="1489672"/>
            <a:ext cx="7410240" cy="2885760"/>
          </a:xfrm>
          <a:prstGeom prst="rect">
            <a:avLst/>
          </a:prstGeom>
          <a:noFill/>
          <a:ln w="0">
            <a:noFill/>
          </a:ln>
        </p:spPr>
        <p:txBody>
          <a:bodyPr lIns="91440" tIns="91440" rIns="91440" bIns="91440" anchor="ctr">
            <a:normAutofit/>
          </a:bodyPr>
          <a:lstStyle/>
          <a:p>
            <a:pPr marL="0" indent="0" algn="ctr">
              <a:lnSpc>
                <a:spcPct val="100000"/>
              </a:lnSpc>
              <a:buNone/>
              <a:tabLst>
                <a:tab pos="0" algn="l"/>
              </a:tabLst>
            </a:pPr>
            <a:r>
              <a:rPr lang="en" sz="1600" b="0" strike="noStrike" spc="-1" dirty="0">
                <a:solidFill>
                  <a:schemeClr val="dk2"/>
                </a:solidFill>
                <a:latin typeface="Montserrat"/>
                <a:ea typeface="Montserrat"/>
              </a:rPr>
              <a:t>Implement strict constraints regarding faculty scheduling, ensuring no overlapping classes, free days, and maintaining a balanced workload across the academic week.</a:t>
            </a:r>
            <a:endParaRPr lang="en-US" sz="1600" b="0" strike="noStrike" spc="-1" dirty="0">
              <a:solidFill>
                <a:srgbClr val="000000"/>
              </a:solidFill>
              <a:latin typeface="OpenSymbol"/>
            </a:endParaRPr>
          </a:p>
        </p:txBody>
      </p:sp>
      <p:sp>
        <p:nvSpPr>
          <p:cNvPr id="310" name="PlaceHolder 2"/>
          <p:cNvSpPr>
            <a:spLocks noGrp="1"/>
          </p:cNvSpPr>
          <p:nvPr>
            <p:ph type="title"/>
          </p:nvPr>
        </p:nvSpPr>
        <p:spPr>
          <a:xfrm>
            <a:off x="840339" y="1179394"/>
            <a:ext cx="7463322" cy="1150501"/>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3400" b="0" strike="noStrike" spc="-1" dirty="0">
                <a:solidFill>
                  <a:schemeClr val="dk1"/>
                </a:solidFill>
                <a:latin typeface="Vidaloka"/>
                <a:ea typeface="Vidaloka"/>
              </a:rPr>
              <a:t>Timetable constraints enforcement</a:t>
            </a:r>
            <a:endParaRPr lang="fr-FR" sz="3400" b="0" strike="noStrike" spc="-1" dirty="0">
              <a:solidFill>
                <a:schemeClr val="dk1"/>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PlaceHolder 1"/>
          <p:cNvSpPr>
            <a:spLocks noGrp="1"/>
          </p:cNvSpPr>
          <p:nvPr>
            <p:ph type="title"/>
          </p:nvPr>
        </p:nvSpPr>
        <p:spPr>
          <a:xfrm>
            <a:off x="559551" y="2378981"/>
            <a:ext cx="7410240" cy="818640"/>
          </a:xfrm>
          <a:prstGeom prst="rect">
            <a:avLst/>
          </a:prstGeom>
          <a:noFill/>
          <a:ln w="0">
            <a:noFill/>
          </a:ln>
        </p:spPr>
        <p:txBody>
          <a:bodyPr lIns="91440" tIns="91440" rIns="91440" bIns="91440" anchor="t">
            <a:noAutofit/>
          </a:bodyPr>
          <a:lstStyle/>
          <a:p>
            <a:pPr indent="0">
              <a:lnSpc>
                <a:spcPct val="100000"/>
              </a:lnSpc>
              <a:buNone/>
              <a:tabLst>
                <a:tab pos="0" algn="l"/>
              </a:tabLst>
            </a:pPr>
            <a:r>
              <a:rPr lang="en" sz="5400" b="1" strike="noStrike" spc="-1" dirty="0">
                <a:solidFill>
                  <a:schemeClr val="dk1"/>
                </a:solidFill>
                <a:latin typeface="Vidaloka"/>
                <a:ea typeface="Vidaloka"/>
              </a:rPr>
              <a:t>Workflow</a:t>
            </a:r>
            <a:endParaRPr lang="fr-FR" sz="5400" b="1" strike="noStrike" spc="-1" dirty="0">
              <a:solidFill>
                <a:schemeClr val="dk1"/>
              </a:solidFill>
              <a:latin typeface="Arial"/>
            </a:endParaRPr>
          </a:p>
        </p:txBody>
      </p:sp>
      <p:sp>
        <p:nvSpPr>
          <p:cNvPr id="312" name="PlaceHolder 2"/>
          <p:cNvSpPr>
            <a:spLocks noGrp="1"/>
          </p:cNvSpPr>
          <p:nvPr>
            <p:ph type="title"/>
          </p:nvPr>
        </p:nvSpPr>
        <p:spPr>
          <a:xfrm>
            <a:off x="559502" y="1499635"/>
            <a:ext cx="1647360" cy="98064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7000" b="1" strike="noStrike" spc="-1" dirty="0">
                <a:solidFill>
                  <a:schemeClr val="accent1"/>
                </a:solidFill>
                <a:latin typeface="Vidaloka"/>
                <a:ea typeface="Vidaloka"/>
              </a:rPr>
              <a:t>03</a:t>
            </a:r>
            <a:endParaRPr lang="fr-FR" sz="7000" b="1" strike="noStrike" spc="-1" dirty="0">
              <a:solidFill>
                <a:schemeClr val="dk1"/>
              </a:solidFill>
              <a:latin typeface="Arial"/>
            </a:endParaRPr>
          </a:p>
        </p:txBody>
      </p:sp>
      <p:sp>
        <p:nvSpPr>
          <p:cNvPr id="313" name="PlaceHolder 3"/>
          <p:cNvSpPr>
            <a:spLocks noGrp="1"/>
          </p:cNvSpPr>
          <p:nvPr>
            <p:ph type="subTitle"/>
          </p:nvPr>
        </p:nvSpPr>
        <p:spPr>
          <a:xfrm>
            <a:off x="-1003610" y="2636086"/>
            <a:ext cx="185854" cy="390240"/>
          </a:xfrm>
          <a:prstGeom prst="rect">
            <a:avLst/>
          </a:prstGeom>
          <a:noFill/>
          <a:ln w="0">
            <a:noFill/>
          </a:ln>
        </p:spPr>
        <p:txBody>
          <a:bodyPr lIns="91440" tIns="91440" rIns="91440" bIns="91440" anchor="t">
            <a:normAutofit/>
          </a:bodyPr>
          <a:lstStyle/>
          <a:p>
            <a:pPr indent="0" algn="ctr">
              <a:buNone/>
            </a:pPr>
            <a:r>
              <a:rPr lang="en-US" sz="1400" b="0" strike="noStrike" spc="-1" dirty="0">
                <a:solidFill>
                  <a:schemeClr val="dk1"/>
                </a:solidFill>
                <a:latin typeface="Montserrat"/>
                <a:ea typeface="Montserrat"/>
              </a:rPr>
              <a:t>a</a:t>
            </a:r>
          </a:p>
        </p:txBody>
      </p:sp>
      <p:sp>
        <p:nvSpPr>
          <p:cNvPr id="2" name="Google Shape;142;p18">
            <a:extLst>
              <a:ext uri="{FF2B5EF4-FFF2-40B4-BE49-F238E27FC236}">
                <a16:creationId xmlns:a16="http://schemas.microsoft.com/office/drawing/2014/main" id="{8EE6E2DA-1956-2C25-EB00-06B46E0EB23B}"/>
              </a:ext>
            </a:extLst>
          </p:cNvPr>
          <p:cNvSpPr txBox="1"/>
          <p:nvPr/>
        </p:nvSpPr>
        <p:spPr>
          <a:xfrm>
            <a:off x="6187846" y="1355739"/>
            <a:ext cx="1967700" cy="488700"/>
          </a:xfrm>
          <a:prstGeom prst="rect">
            <a:avLst/>
          </a:prstGeom>
          <a:noFill/>
          <a:ln>
            <a:noFill/>
          </a:ln>
        </p:spPr>
        <p:txBody>
          <a:bodyPr spcFirstLastPara="1" wrap="square" lIns="91425" tIns="91425" rIns="91425" bIns="91425" anchor="t" anchorCtr="0">
            <a:noAutofit/>
          </a:bodyPr>
          <a:lstStyle/>
          <a:p>
            <a:pPr>
              <a:buClr>
                <a:srgbClr val="000000"/>
              </a:buClr>
              <a:buFont typeface="Arial"/>
              <a:buNone/>
            </a:pPr>
            <a:r>
              <a:rPr lang="en" sz="1200" b="0" strike="noStrike" spc="-1" dirty="0">
                <a:solidFill>
                  <a:schemeClr val="dk1"/>
                </a:solidFill>
                <a:latin typeface="Montserrat Medium" panose="00000600000000000000" pitchFamily="2" charset="0"/>
                <a:ea typeface="Vidaloka"/>
              </a:rPr>
              <a:t>Course list finalization</a:t>
            </a:r>
            <a:endParaRPr sz="1200" kern="0" dirty="0">
              <a:solidFill>
                <a:srgbClr val="000000"/>
              </a:solidFill>
              <a:latin typeface="Montserrat Medium" panose="00000600000000000000" pitchFamily="2" charset="0"/>
              <a:ea typeface="Montserrat Medium"/>
              <a:cs typeface="Montserrat Medium"/>
              <a:sym typeface="Montserrat Medium"/>
            </a:endParaRPr>
          </a:p>
        </p:txBody>
      </p:sp>
      <p:sp>
        <p:nvSpPr>
          <p:cNvPr id="3" name="Google Shape;143;p18">
            <a:extLst>
              <a:ext uri="{FF2B5EF4-FFF2-40B4-BE49-F238E27FC236}">
                <a16:creationId xmlns:a16="http://schemas.microsoft.com/office/drawing/2014/main" id="{C74FCCE3-4030-1F25-B80F-C5A0BEA33B7A}"/>
              </a:ext>
            </a:extLst>
          </p:cNvPr>
          <p:cNvSpPr txBox="1"/>
          <p:nvPr/>
        </p:nvSpPr>
        <p:spPr>
          <a:xfrm>
            <a:off x="6187846" y="1079440"/>
            <a:ext cx="1967700" cy="352500"/>
          </a:xfrm>
          <a:prstGeom prst="rect">
            <a:avLst/>
          </a:prstGeom>
          <a:noFill/>
          <a:ln>
            <a:noFill/>
          </a:ln>
        </p:spPr>
        <p:txBody>
          <a:bodyPr spcFirstLastPara="1" wrap="square" lIns="91425" tIns="91425" rIns="91425" bIns="91425" anchor="ctr" anchorCtr="0">
            <a:noAutofit/>
          </a:bodyPr>
          <a:lstStyle/>
          <a:p>
            <a:pPr>
              <a:buClr>
                <a:srgbClr val="000000"/>
              </a:buClr>
              <a:buFont typeface="Arial"/>
              <a:buNone/>
            </a:pPr>
            <a:r>
              <a:rPr lang="en" sz="1400" kern="0" dirty="0">
                <a:solidFill>
                  <a:srgbClr val="000000"/>
                </a:solidFill>
                <a:latin typeface="Montserrat SemiBold"/>
                <a:ea typeface="Montserrat SemiBold"/>
                <a:cs typeface="Montserrat SemiBold"/>
                <a:sym typeface="Montserrat SemiBold"/>
              </a:rPr>
              <a:t>Workflow 1</a:t>
            </a:r>
            <a:endParaRPr sz="1400" kern="0" dirty="0">
              <a:solidFill>
                <a:srgbClr val="000000"/>
              </a:solidFill>
              <a:latin typeface="Montserrat SemiBold"/>
              <a:ea typeface="Montserrat SemiBold"/>
              <a:cs typeface="Montserrat SemiBold"/>
              <a:sym typeface="Montserrat SemiBold"/>
            </a:endParaRPr>
          </a:p>
        </p:txBody>
      </p:sp>
      <p:sp>
        <p:nvSpPr>
          <p:cNvPr id="4" name="Google Shape;144;p18">
            <a:extLst>
              <a:ext uri="{FF2B5EF4-FFF2-40B4-BE49-F238E27FC236}">
                <a16:creationId xmlns:a16="http://schemas.microsoft.com/office/drawing/2014/main" id="{3AABF606-1783-1281-B37C-893DB147DA7E}"/>
              </a:ext>
            </a:extLst>
          </p:cNvPr>
          <p:cNvSpPr txBox="1"/>
          <p:nvPr/>
        </p:nvSpPr>
        <p:spPr>
          <a:xfrm>
            <a:off x="6187846" y="2544402"/>
            <a:ext cx="1967700" cy="488700"/>
          </a:xfrm>
          <a:prstGeom prst="rect">
            <a:avLst/>
          </a:prstGeom>
          <a:noFill/>
          <a:ln>
            <a:noFill/>
          </a:ln>
        </p:spPr>
        <p:txBody>
          <a:bodyPr spcFirstLastPara="1" wrap="square" lIns="91425" tIns="91425" rIns="91425" bIns="91425" anchor="t" anchorCtr="0">
            <a:noAutofit/>
          </a:bodyPr>
          <a:lstStyle/>
          <a:p>
            <a:pPr>
              <a:buClr>
                <a:srgbClr val="000000"/>
              </a:buClr>
              <a:buFont typeface="Arial"/>
              <a:buNone/>
            </a:pPr>
            <a:r>
              <a:rPr lang="en" sz="1200" b="0" strike="noStrike" spc="-1" dirty="0">
                <a:solidFill>
                  <a:schemeClr val="dk1"/>
                </a:solidFill>
                <a:latin typeface="Montserrat Medium" panose="00000600000000000000" pitchFamily="2" charset="0"/>
                <a:ea typeface="Vidaloka"/>
              </a:rPr>
              <a:t>Faculty choice submission process</a:t>
            </a:r>
            <a:endParaRPr sz="1200" kern="0" dirty="0">
              <a:solidFill>
                <a:srgbClr val="000000"/>
              </a:solidFill>
              <a:latin typeface="Montserrat Medium" panose="00000600000000000000" pitchFamily="2" charset="0"/>
              <a:ea typeface="Montserrat Medium"/>
              <a:cs typeface="Montserrat Medium"/>
              <a:sym typeface="Montserrat Medium"/>
            </a:endParaRPr>
          </a:p>
        </p:txBody>
      </p:sp>
      <p:sp>
        <p:nvSpPr>
          <p:cNvPr id="5" name="Google Shape;145;p18">
            <a:extLst>
              <a:ext uri="{FF2B5EF4-FFF2-40B4-BE49-F238E27FC236}">
                <a16:creationId xmlns:a16="http://schemas.microsoft.com/office/drawing/2014/main" id="{C821B60A-2DAF-09D3-E117-8BD5B7B504A3}"/>
              </a:ext>
            </a:extLst>
          </p:cNvPr>
          <p:cNvSpPr txBox="1"/>
          <p:nvPr/>
        </p:nvSpPr>
        <p:spPr>
          <a:xfrm>
            <a:off x="6187846" y="2268103"/>
            <a:ext cx="1967700" cy="352500"/>
          </a:xfrm>
          <a:prstGeom prst="rect">
            <a:avLst/>
          </a:prstGeom>
          <a:noFill/>
          <a:ln>
            <a:noFill/>
          </a:ln>
        </p:spPr>
        <p:txBody>
          <a:bodyPr spcFirstLastPara="1" wrap="square" lIns="91425" tIns="91425" rIns="91425" bIns="91425" anchor="ctr" anchorCtr="0">
            <a:noAutofit/>
          </a:bodyPr>
          <a:lstStyle/>
          <a:p>
            <a:pPr>
              <a:buClr>
                <a:srgbClr val="000000"/>
              </a:buClr>
              <a:buFont typeface="Arial"/>
              <a:buNone/>
            </a:pPr>
            <a:r>
              <a:rPr lang="en-US" sz="1400" kern="0" dirty="0">
                <a:solidFill>
                  <a:srgbClr val="000000"/>
                </a:solidFill>
                <a:latin typeface="Montserrat SemiBold"/>
                <a:ea typeface="Montserrat SemiBold"/>
                <a:cs typeface="Montserrat SemiBold"/>
                <a:sym typeface="Montserrat SemiBold"/>
              </a:rPr>
              <a:t>Workflow 2</a:t>
            </a:r>
            <a:endParaRPr sz="1400" kern="0" dirty="0">
              <a:solidFill>
                <a:srgbClr val="000000"/>
              </a:solidFill>
              <a:latin typeface="Montserrat SemiBold"/>
              <a:ea typeface="Montserrat SemiBold"/>
              <a:cs typeface="Montserrat SemiBold"/>
              <a:sym typeface="Montserrat SemiBold"/>
            </a:endParaRPr>
          </a:p>
        </p:txBody>
      </p:sp>
      <p:sp>
        <p:nvSpPr>
          <p:cNvPr id="6" name="Google Shape;146;p18">
            <a:extLst>
              <a:ext uri="{FF2B5EF4-FFF2-40B4-BE49-F238E27FC236}">
                <a16:creationId xmlns:a16="http://schemas.microsoft.com/office/drawing/2014/main" id="{B91BA15A-8D99-E7EC-0408-666628E72AC4}"/>
              </a:ext>
            </a:extLst>
          </p:cNvPr>
          <p:cNvSpPr txBox="1"/>
          <p:nvPr/>
        </p:nvSpPr>
        <p:spPr>
          <a:xfrm>
            <a:off x="6187846" y="3758602"/>
            <a:ext cx="1967700" cy="488700"/>
          </a:xfrm>
          <a:prstGeom prst="rect">
            <a:avLst/>
          </a:prstGeom>
          <a:noFill/>
          <a:ln>
            <a:noFill/>
          </a:ln>
        </p:spPr>
        <p:txBody>
          <a:bodyPr spcFirstLastPara="1" wrap="square" lIns="91425" tIns="91425" rIns="91425" bIns="91425" anchor="t" anchorCtr="0">
            <a:noAutofit/>
          </a:bodyPr>
          <a:lstStyle/>
          <a:p>
            <a:pPr>
              <a:buClr>
                <a:srgbClr val="000000"/>
              </a:buClr>
              <a:buFont typeface="Arial"/>
              <a:buNone/>
            </a:pPr>
            <a:r>
              <a:rPr lang="en" sz="1200" b="0" strike="noStrike" spc="-1" dirty="0">
                <a:solidFill>
                  <a:schemeClr val="dk1"/>
                </a:solidFill>
                <a:latin typeface="Montserrat Medium" panose="00000600000000000000" pitchFamily="2" charset="0"/>
                <a:ea typeface="Vidaloka"/>
              </a:rPr>
              <a:t>Timetable generation with constraints</a:t>
            </a:r>
            <a:endParaRPr sz="1200" kern="0" dirty="0">
              <a:solidFill>
                <a:srgbClr val="000000"/>
              </a:solidFill>
              <a:latin typeface="Montserrat Medium" panose="00000600000000000000" pitchFamily="2" charset="0"/>
              <a:ea typeface="Montserrat Medium"/>
              <a:cs typeface="Montserrat Medium"/>
              <a:sym typeface="Montserrat Medium"/>
            </a:endParaRPr>
          </a:p>
        </p:txBody>
      </p:sp>
      <p:sp>
        <p:nvSpPr>
          <p:cNvPr id="7" name="Google Shape;147;p18">
            <a:extLst>
              <a:ext uri="{FF2B5EF4-FFF2-40B4-BE49-F238E27FC236}">
                <a16:creationId xmlns:a16="http://schemas.microsoft.com/office/drawing/2014/main" id="{52624674-CA37-5C2B-BBC3-8C099CA8FC41}"/>
              </a:ext>
            </a:extLst>
          </p:cNvPr>
          <p:cNvSpPr txBox="1"/>
          <p:nvPr/>
        </p:nvSpPr>
        <p:spPr>
          <a:xfrm>
            <a:off x="6187846" y="3482304"/>
            <a:ext cx="1967700" cy="352500"/>
          </a:xfrm>
          <a:prstGeom prst="rect">
            <a:avLst/>
          </a:prstGeom>
          <a:noFill/>
          <a:ln>
            <a:noFill/>
          </a:ln>
        </p:spPr>
        <p:txBody>
          <a:bodyPr spcFirstLastPara="1" wrap="square" lIns="91425" tIns="91425" rIns="91425" bIns="91425" anchor="ctr" anchorCtr="0">
            <a:noAutofit/>
          </a:bodyPr>
          <a:lstStyle/>
          <a:p>
            <a:pPr>
              <a:buClr>
                <a:srgbClr val="000000"/>
              </a:buClr>
              <a:buFont typeface="Arial"/>
              <a:buNone/>
            </a:pPr>
            <a:r>
              <a:rPr lang="en-US" sz="1400" kern="0" dirty="0">
                <a:solidFill>
                  <a:srgbClr val="000000"/>
                </a:solidFill>
                <a:latin typeface="Montserrat SemiBold"/>
                <a:ea typeface="Montserrat SemiBold"/>
                <a:cs typeface="Montserrat SemiBold"/>
                <a:sym typeface="Montserrat SemiBold"/>
              </a:rPr>
              <a:t>Workflow 3</a:t>
            </a:r>
            <a:endParaRPr sz="1400" kern="0" dirty="0">
              <a:solidFill>
                <a:srgbClr val="000000"/>
              </a:solidFill>
              <a:latin typeface="Montserrat SemiBold"/>
              <a:ea typeface="Montserrat SemiBold"/>
              <a:cs typeface="Montserrat SemiBold"/>
              <a:sym typeface="Montserrat SemiBold"/>
            </a:endParaRPr>
          </a:p>
        </p:txBody>
      </p:sp>
      <p:sp>
        <p:nvSpPr>
          <p:cNvPr id="8" name="Google Shape;148;p18">
            <a:extLst>
              <a:ext uri="{FF2B5EF4-FFF2-40B4-BE49-F238E27FC236}">
                <a16:creationId xmlns:a16="http://schemas.microsoft.com/office/drawing/2014/main" id="{2C43DBC5-CB15-BE17-9C06-136A5C686B91}"/>
              </a:ext>
            </a:extLst>
          </p:cNvPr>
          <p:cNvSpPr/>
          <p:nvPr/>
        </p:nvSpPr>
        <p:spPr>
          <a:xfrm>
            <a:off x="5556945" y="1146491"/>
            <a:ext cx="630900" cy="630900"/>
          </a:xfrm>
          <a:prstGeom prst="ellipse">
            <a:avLst/>
          </a:prstGeom>
          <a:solidFill>
            <a:srgbClr val="F0E6DA"/>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000000"/>
                </a:solidFill>
                <a:effectLst/>
                <a:uLnTx/>
                <a:uFillTx/>
                <a:latin typeface="Montserrat SemiBold"/>
                <a:ea typeface="Montserrat SemiBold"/>
                <a:cs typeface="Montserrat SemiBold"/>
                <a:sym typeface="Montserrat SemiBold"/>
              </a:rPr>
              <a:t>A</a:t>
            </a:r>
            <a:endParaRPr kumimoji="0" sz="1200" b="0" i="0" u="none" strike="noStrike" kern="0" cap="none" spc="0" normalizeH="0" baseline="0" noProof="0">
              <a:ln>
                <a:noFill/>
              </a:ln>
              <a:solidFill>
                <a:srgbClr val="000000"/>
              </a:solidFill>
              <a:effectLst/>
              <a:uLnTx/>
              <a:uFillTx/>
              <a:latin typeface="Montserrat SemiBold"/>
              <a:ea typeface="Montserrat SemiBold"/>
              <a:cs typeface="Montserrat SemiBold"/>
              <a:sym typeface="Montserrat SemiBold"/>
            </a:endParaRPr>
          </a:p>
        </p:txBody>
      </p:sp>
      <p:sp>
        <p:nvSpPr>
          <p:cNvPr id="9" name="Google Shape;149;p18">
            <a:extLst>
              <a:ext uri="{FF2B5EF4-FFF2-40B4-BE49-F238E27FC236}">
                <a16:creationId xmlns:a16="http://schemas.microsoft.com/office/drawing/2014/main" id="{41D94116-773D-2D75-94FA-F20871403F00}"/>
              </a:ext>
            </a:extLst>
          </p:cNvPr>
          <p:cNvSpPr/>
          <p:nvPr/>
        </p:nvSpPr>
        <p:spPr>
          <a:xfrm>
            <a:off x="5556945" y="2335316"/>
            <a:ext cx="630900" cy="630900"/>
          </a:xfrm>
          <a:prstGeom prst="ellipse">
            <a:avLst/>
          </a:prstGeom>
          <a:solidFill>
            <a:srgbClr val="FFEDA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000000"/>
                </a:solidFill>
                <a:effectLst/>
                <a:uLnTx/>
                <a:uFillTx/>
                <a:latin typeface="Montserrat SemiBold"/>
                <a:ea typeface="Montserrat SemiBold"/>
                <a:cs typeface="Montserrat SemiBold"/>
                <a:sym typeface="Montserrat SemiBold"/>
              </a:rPr>
              <a:t>B</a:t>
            </a:r>
            <a:endParaRPr kumimoji="0" sz="1200" b="0" i="0" u="none" strike="noStrike" kern="0" cap="none" spc="0" normalizeH="0" baseline="0" noProof="0">
              <a:ln>
                <a:noFill/>
              </a:ln>
              <a:solidFill>
                <a:srgbClr val="000000"/>
              </a:solidFill>
              <a:effectLst/>
              <a:uLnTx/>
              <a:uFillTx/>
              <a:latin typeface="Montserrat SemiBold"/>
              <a:ea typeface="Montserrat SemiBold"/>
              <a:cs typeface="Montserrat SemiBold"/>
              <a:sym typeface="Montserrat SemiBold"/>
            </a:endParaRPr>
          </a:p>
        </p:txBody>
      </p:sp>
      <p:sp>
        <p:nvSpPr>
          <p:cNvPr id="10" name="Google Shape;150;p18">
            <a:extLst>
              <a:ext uri="{FF2B5EF4-FFF2-40B4-BE49-F238E27FC236}">
                <a16:creationId xmlns:a16="http://schemas.microsoft.com/office/drawing/2014/main" id="{E10939C7-B1BB-9DD3-5939-6CB2CA697D06}"/>
              </a:ext>
            </a:extLst>
          </p:cNvPr>
          <p:cNvSpPr/>
          <p:nvPr/>
        </p:nvSpPr>
        <p:spPr>
          <a:xfrm>
            <a:off x="5556945" y="3523804"/>
            <a:ext cx="630900" cy="630900"/>
          </a:xfrm>
          <a:prstGeom prst="ellipse">
            <a:avLst/>
          </a:prstGeom>
          <a:solidFill>
            <a:srgbClr val="A6BB74"/>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000000"/>
                </a:solidFill>
                <a:effectLst/>
                <a:uLnTx/>
                <a:uFillTx/>
                <a:latin typeface="Montserrat SemiBold"/>
                <a:ea typeface="Montserrat SemiBold"/>
                <a:cs typeface="Montserrat SemiBold"/>
                <a:sym typeface="Montserrat SemiBold"/>
              </a:rPr>
              <a:t>C</a:t>
            </a:r>
            <a:endParaRPr kumimoji="0" sz="1200" b="0" i="0" u="none" strike="noStrike" kern="0" cap="none" spc="0" normalizeH="0" baseline="0" noProof="0">
              <a:ln>
                <a:noFill/>
              </a:ln>
              <a:solidFill>
                <a:srgbClr val="000000"/>
              </a:solidFill>
              <a:effectLst/>
              <a:uLnTx/>
              <a:uFillTx/>
              <a:latin typeface="Montserrat SemiBold"/>
              <a:ea typeface="Montserrat SemiBold"/>
              <a:cs typeface="Montserrat SemiBold"/>
              <a:sym typeface="Montserrat SemiBold"/>
            </a:endParaRPr>
          </a:p>
        </p:txBody>
      </p:sp>
      <p:cxnSp>
        <p:nvCxnSpPr>
          <p:cNvPr id="11" name="Google Shape;151;p18">
            <a:extLst>
              <a:ext uri="{FF2B5EF4-FFF2-40B4-BE49-F238E27FC236}">
                <a16:creationId xmlns:a16="http://schemas.microsoft.com/office/drawing/2014/main" id="{2C7CFCFA-2A17-1AD4-8803-B58ADB6A2CB1}"/>
              </a:ext>
            </a:extLst>
          </p:cNvPr>
          <p:cNvCxnSpPr/>
          <p:nvPr/>
        </p:nvCxnSpPr>
        <p:spPr>
          <a:xfrm>
            <a:off x="5276396" y="1461940"/>
            <a:ext cx="280500" cy="0"/>
          </a:xfrm>
          <a:prstGeom prst="straightConnector1">
            <a:avLst/>
          </a:prstGeom>
          <a:noFill/>
          <a:ln w="9525" cap="flat" cmpd="sng">
            <a:solidFill>
              <a:srgbClr val="000000"/>
            </a:solidFill>
            <a:prstDash val="dot"/>
            <a:round/>
            <a:headEnd type="diamond" w="med" len="med"/>
            <a:tailEnd type="none" w="med" len="med"/>
          </a:ln>
        </p:spPr>
      </p:cxnSp>
      <p:cxnSp>
        <p:nvCxnSpPr>
          <p:cNvPr id="12" name="Google Shape;152;p18">
            <a:extLst>
              <a:ext uri="{FF2B5EF4-FFF2-40B4-BE49-F238E27FC236}">
                <a16:creationId xmlns:a16="http://schemas.microsoft.com/office/drawing/2014/main" id="{79C61AC5-E088-B2F4-68F5-7FC4F6E1EC50}"/>
              </a:ext>
            </a:extLst>
          </p:cNvPr>
          <p:cNvCxnSpPr/>
          <p:nvPr/>
        </p:nvCxnSpPr>
        <p:spPr>
          <a:xfrm>
            <a:off x="5276396" y="2650765"/>
            <a:ext cx="280500" cy="0"/>
          </a:xfrm>
          <a:prstGeom prst="straightConnector1">
            <a:avLst/>
          </a:prstGeom>
          <a:noFill/>
          <a:ln w="9525" cap="flat" cmpd="sng">
            <a:solidFill>
              <a:srgbClr val="000000"/>
            </a:solidFill>
            <a:prstDash val="dot"/>
            <a:round/>
            <a:headEnd type="diamond" w="med" len="med"/>
            <a:tailEnd type="none" w="med" len="med"/>
          </a:ln>
        </p:spPr>
      </p:cxnSp>
      <p:cxnSp>
        <p:nvCxnSpPr>
          <p:cNvPr id="13" name="Google Shape;153;p18">
            <a:extLst>
              <a:ext uri="{FF2B5EF4-FFF2-40B4-BE49-F238E27FC236}">
                <a16:creationId xmlns:a16="http://schemas.microsoft.com/office/drawing/2014/main" id="{B7CD0538-A812-C5D0-698E-466706E41A54}"/>
              </a:ext>
            </a:extLst>
          </p:cNvPr>
          <p:cNvCxnSpPr/>
          <p:nvPr/>
        </p:nvCxnSpPr>
        <p:spPr>
          <a:xfrm rot="10800000" flipH="1">
            <a:off x="5276396" y="3839290"/>
            <a:ext cx="280500" cy="300"/>
          </a:xfrm>
          <a:prstGeom prst="straightConnector1">
            <a:avLst/>
          </a:prstGeom>
          <a:noFill/>
          <a:ln w="9525" cap="flat" cmpd="sng">
            <a:solidFill>
              <a:srgbClr val="000000"/>
            </a:solidFill>
            <a:prstDash val="dot"/>
            <a:round/>
            <a:headEnd type="diamond" w="med" len="med"/>
            <a:tailEnd type="none" w="med" len="med"/>
          </a:ln>
        </p:spPr>
      </p:cxnSp>
      <p:cxnSp>
        <p:nvCxnSpPr>
          <p:cNvPr id="14" name="Google Shape;154;p18">
            <a:extLst>
              <a:ext uri="{FF2B5EF4-FFF2-40B4-BE49-F238E27FC236}">
                <a16:creationId xmlns:a16="http://schemas.microsoft.com/office/drawing/2014/main" id="{8323A852-1606-E39E-FAE6-77FEF573A1B3}"/>
              </a:ext>
            </a:extLst>
          </p:cNvPr>
          <p:cNvCxnSpPr/>
          <p:nvPr/>
        </p:nvCxnSpPr>
        <p:spPr>
          <a:xfrm>
            <a:off x="4162521" y="1475915"/>
            <a:ext cx="1028700" cy="0"/>
          </a:xfrm>
          <a:prstGeom prst="straightConnector1">
            <a:avLst/>
          </a:prstGeom>
          <a:noFill/>
          <a:ln w="9525" cap="flat" cmpd="sng">
            <a:solidFill>
              <a:srgbClr val="000000"/>
            </a:solidFill>
            <a:prstDash val="solid"/>
            <a:round/>
            <a:headEnd type="none" w="med" len="med"/>
            <a:tailEnd type="none" w="med" len="med"/>
          </a:ln>
        </p:spPr>
      </p:cxnSp>
      <p:sp>
        <p:nvSpPr>
          <p:cNvPr id="15" name="Google Shape;155;p18">
            <a:extLst>
              <a:ext uri="{FF2B5EF4-FFF2-40B4-BE49-F238E27FC236}">
                <a16:creationId xmlns:a16="http://schemas.microsoft.com/office/drawing/2014/main" id="{4707A4A5-47BB-0153-0814-0FFEFBE8EFF7}"/>
              </a:ext>
            </a:extLst>
          </p:cNvPr>
          <p:cNvSpPr/>
          <p:nvPr/>
        </p:nvSpPr>
        <p:spPr>
          <a:xfrm>
            <a:off x="4162521" y="1395240"/>
            <a:ext cx="204300" cy="166500"/>
          </a:xfrm>
          <a:prstGeom prst="roundRect">
            <a:avLst>
              <a:gd name="adj" fmla="val 50000"/>
            </a:avLst>
          </a:prstGeom>
          <a:solidFill>
            <a:srgbClr val="F0E6DA"/>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Montserrat Medium"/>
              <a:ea typeface="Montserrat Medium"/>
              <a:cs typeface="Montserrat Medium"/>
              <a:sym typeface="Montserrat Medium"/>
            </a:endParaRPr>
          </a:p>
        </p:txBody>
      </p:sp>
      <p:cxnSp>
        <p:nvCxnSpPr>
          <p:cNvPr id="16" name="Google Shape;156;p18">
            <a:extLst>
              <a:ext uri="{FF2B5EF4-FFF2-40B4-BE49-F238E27FC236}">
                <a16:creationId xmlns:a16="http://schemas.microsoft.com/office/drawing/2014/main" id="{155237D8-43BB-9320-3890-A0D326A353DE}"/>
              </a:ext>
            </a:extLst>
          </p:cNvPr>
          <p:cNvCxnSpPr/>
          <p:nvPr/>
        </p:nvCxnSpPr>
        <p:spPr>
          <a:xfrm>
            <a:off x="4162521" y="2648190"/>
            <a:ext cx="1028700" cy="0"/>
          </a:xfrm>
          <a:prstGeom prst="straightConnector1">
            <a:avLst/>
          </a:prstGeom>
          <a:noFill/>
          <a:ln w="9525" cap="flat" cmpd="sng">
            <a:solidFill>
              <a:srgbClr val="000000"/>
            </a:solidFill>
            <a:prstDash val="solid"/>
            <a:round/>
            <a:headEnd type="none" w="med" len="med"/>
            <a:tailEnd type="none" w="med" len="med"/>
          </a:ln>
        </p:spPr>
      </p:cxnSp>
      <p:sp>
        <p:nvSpPr>
          <p:cNvPr id="17" name="Google Shape;157;p18">
            <a:extLst>
              <a:ext uri="{FF2B5EF4-FFF2-40B4-BE49-F238E27FC236}">
                <a16:creationId xmlns:a16="http://schemas.microsoft.com/office/drawing/2014/main" id="{48D64234-47A8-9CEF-B138-A84C551DCC0F}"/>
              </a:ext>
            </a:extLst>
          </p:cNvPr>
          <p:cNvSpPr/>
          <p:nvPr/>
        </p:nvSpPr>
        <p:spPr>
          <a:xfrm>
            <a:off x="4162521" y="2567515"/>
            <a:ext cx="408600" cy="166500"/>
          </a:xfrm>
          <a:prstGeom prst="roundRect">
            <a:avLst>
              <a:gd name="adj" fmla="val 50000"/>
            </a:avLst>
          </a:prstGeom>
          <a:solidFill>
            <a:srgbClr val="FFEDA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Montserrat Medium"/>
              <a:ea typeface="Montserrat Medium"/>
              <a:cs typeface="Montserrat Medium"/>
              <a:sym typeface="Montserrat Medium"/>
            </a:endParaRPr>
          </a:p>
        </p:txBody>
      </p:sp>
      <p:cxnSp>
        <p:nvCxnSpPr>
          <p:cNvPr id="18" name="Google Shape;158;p18">
            <a:extLst>
              <a:ext uri="{FF2B5EF4-FFF2-40B4-BE49-F238E27FC236}">
                <a16:creationId xmlns:a16="http://schemas.microsoft.com/office/drawing/2014/main" id="{A781F7FD-C7C7-477A-3A81-66079CFC4947}"/>
              </a:ext>
            </a:extLst>
          </p:cNvPr>
          <p:cNvCxnSpPr/>
          <p:nvPr/>
        </p:nvCxnSpPr>
        <p:spPr>
          <a:xfrm>
            <a:off x="4162521" y="3836865"/>
            <a:ext cx="1028700" cy="0"/>
          </a:xfrm>
          <a:prstGeom prst="straightConnector1">
            <a:avLst/>
          </a:prstGeom>
          <a:noFill/>
          <a:ln w="9525" cap="flat" cmpd="sng">
            <a:solidFill>
              <a:srgbClr val="000000"/>
            </a:solidFill>
            <a:prstDash val="solid"/>
            <a:round/>
            <a:headEnd type="none" w="med" len="med"/>
            <a:tailEnd type="none" w="med" len="med"/>
          </a:ln>
        </p:spPr>
      </p:cxnSp>
      <p:sp>
        <p:nvSpPr>
          <p:cNvPr id="19" name="Google Shape;159;p18">
            <a:extLst>
              <a:ext uri="{FF2B5EF4-FFF2-40B4-BE49-F238E27FC236}">
                <a16:creationId xmlns:a16="http://schemas.microsoft.com/office/drawing/2014/main" id="{CCD46D2A-F46B-C1AB-ACFB-846A4803D5DA}"/>
              </a:ext>
            </a:extLst>
          </p:cNvPr>
          <p:cNvSpPr/>
          <p:nvPr/>
        </p:nvSpPr>
        <p:spPr>
          <a:xfrm>
            <a:off x="4162521" y="3756190"/>
            <a:ext cx="483000" cy="166500"/>
          </a:xfrm>
          <a:prstGeom prst="roundRect">
            <a:avLst>
              <a:gd name="adj" fmla="val 50000"/>
            </a:avLst>
          </a:prstGeom>
          <a:solidFill>
            <a:srgbClr val="A6BB74"/>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Montserrat Medium"/>
              <a:ea typeface="Montserrat Medium"/>
              <a:cs typeface="Montserrat Medium"/>
              <a:sym typeface="Montserrat Medium"/>
            </a:endParaRPr>
          </a:p>
        </p:txBody>
      </p:sp>
      <p:sp>
        <p:nvSpPr>
          <p:cNvPr id="20" name="Google Shape;178;p18">
            <a:extLst>
              <a:ext uri="{FF2B5EF4-FFF2-40B4-BE49-F238E27FC236}">
                <a16:creationId xmlns:a16="http://schemas.microsoft.com/office/drawing/2014/main" id="{46204414-D6FE-33D1-F56F-000CBE3DE316}"/>
              </a:ext>
            </a:extLst>
          </p:cNvPr>
          <p:cNvSpPr txBox="1"/>
          <p:nvPr/>
        </p:nvSpPr>
        <p:spPr>
          <a:xfrm>
            <a:off x="4086321" y="1079440"/>
            <a:ext cx="1028700" cy="352500"/>
          </a:xfrm>
          <a:prstGeom prst="rect">
            <a:avLst/>
          </a:prstGeom>
          <a:noFill/>
          <a:ln>
            <a:noFill/>
          </a:ln>
        </p:spPr>
        <p:txBody>
          <a:bodyPr spcFirstLastPara="1" wrap="square" lIns="91425" tIns="91425" rIns="91425" bIns="91425" anchor="ctr" anchorCtr="0">
            <a:noAutofit/>
          </a:bodyPr>
          <a:lstStyle/>
          <a:p>
            <a:pPr>
              <a:buClr>
                <a:srgbClr val="000000"/>
              </a:buClr>
              <a:buFont typeface="Arial"/>
              <a:buNone/>
            </a:pPr>
            <a:endParaRPr sz="1600" kern="0" dirty="0">
              <a:solidFill>
                <a:srgbClr val="000000"/>
              </a:solidFill>
              <a:latin typeface="Montserrat SemiBold"/>
              <a:ea typeface="Montserrat SemiBold"/>
              <a:cs typeface="Montserrat SemiBold"/>
              <a:sym typeface="Montserrat Semi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 name="PlaceHolder 1"/>
          <p:cNvSpPr>
            <a:spLocks noGrp="1"/>
          </p:cNvSpPr>
          <p:nvPr>
            <p:ph type="subTitle"/>
          </p:nvPr>
        </p:nvSpPr>
        <p:spPr>
          <a:xfrm>
            <a:off x="1040419" y="1827129"/>
            <a:ext cx="7062439" cy="2381040"/>
          </a:xfrm>
          <a:prstGeom prst="rect">
            <a:avLst/>
          </a:prstGeom>
          <a:noFill/>
          <a:ln w="0">
            <a:noFill/>
          </a:ln>
        </p:spPr>
        <p:txBody>
          <a:bodyPr lIns="91440" tIns="91440" rIns="91440" bIns="91440" anchor="t">
            <a:normAutofit fontScale="25000" lnSpcReduction="20000"/>
          </a:bodyPr>
          <a:lstStyle/>
          <a:p>
            <a:pPr>
              <a:lnSpc>
                <a:spcPct val="100000"/>
              </a:lnSpc>
              <a:tabLst>
                <a:tab pos="0" algn="l"/>
              </a:tabLst>
            </a:pPr>
            <a:r>
              <a:rPr lang="en" sz="6400" b="0" strike="noStrike" spc="-1" dirty="0">
                <a:solidFill>
                  <a:schemeClr val="dk2"/>
                </a:solidFill>
                <a:latin typeface="Montserrat"/>
                <a:ea typeface="Montserrat"/>
              </a:rPr>
              <a:t>The Admin will upload a comprehensive list of available elective courses for both UG and PG programs, facilitating an organized and thorough selection process.</a:t>
            </a:r>
          </a:p>
          <a:p>
            <a:pPr>
              <a:lnSpc>
                <a:spcPct val="100000"/>
              </a:lnSpc>
              <a:tabLst>
                <a:tab pos="0" algn="l"/>
              </a:tabLst>
            </a:pPr>
            <a:r>
              <a:rPr lang="en" sz="6400" b="0" strike="noStrike" spc="-1" dirty="0">
                <a:solidFill>
                  <a:schemeClr val="dk2"/>
                </a:solidFill>
                <a:latin typeface="Montserrat"/>
                <a:ea typeface="Montserrat"/>
              </a:rPr>
              <a:t>The Admin will ensure that an updated list of elective courses for both undergraduate (UG) and postgraduate (PG) programs is compiled and uploaded. This list should include all relevant details such as course descriptions, prerequisites, and available faculty. This step is crucial to provide a comprehensive overview for faculty and students during the selection process.</a:t>
            </a:r>
          </a:p>
          <a:p>
            <a:pPr>
              <a:lnSpc>
                <a:spcPct val="100000"/>
              </a:lnSpc>
              <a:tabLst>
                <a:tab pos="0" algn="l"/>
              </a:tabLst>
            </a:pPr>
            <a:endParaRPr lang="en-US" sz="1400" b="0" strike="noStrike" spc="-1" dirty="0">
              <a:solidFill>
                <a:srgbClr val="000000"/>
              </a:solidFill>
              <a:latin typeface="OpenSymbol"/>
            </a:endParaRPr>
          </a:p>
        </p:txBody>
      </p:sp>
      <p:sp>
        <p:nvSpPr>
          <p:cNvPr id="317" name="PlaceHolder 2"/>
          <p:cNvSpPr>
            <a:spLocks noGrp="1"/>
          </p:cNvSpPr>
          <p:nvPr>
            <p:ph type="title"/>
          </p:nvPr>
        </p:nvSpPr>
        <p:spPr>
          <a:xfrm>
            <a:off x="1733398" y="841849"/>
            <a:ext cx="5676480" cy="57132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3400" b="0" strike="noStrike" spc="-1" dirty="0">
                <a:solidFill>
                  <a:schemeClr val="dk1"/>
                </a:solidFill>
                <a:latin typeface="Vidaloka"/>
                <a:ea typeface="Vidaloka"/>
              </a:rPr>
              <a:t>Course list finalization</a:t>
            </a:r>
            <a:endParaRPr lang="fr-FR" sz="3400" b="0" strike="noStrike" spc="-1" dirty="0">
              <a:solidFill>
                <a:schemeClr val="dk1"/>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PlaceHolder 1"/>
          <p:cNvSpPr>
            <a:spLocks noGrp="1"/>
          </p:cNvSpPr>
          <p:nvPr>
            <p:ph type="subTitle"/>
          </p:nvPr>
        </p:nvSpPr>
        <p:spPr>
          <a:xfrm>
            <a:off x="866880" y="1628078"/>
            <a:ext cx="7410240" cy="2804171"/>
          </a:xfrm>
          <a:prstGeom prst="rect">
            <a:avLst/>
          </a:prstGeom>
          <a:noFill/>
          <a:ln w="0">
            <a:noFill/>
          </a:ln>
        </p:spPr>
        <p:txBody>
          <a:bodyPr lIns="91440" tIns="91440" rIns="91440" bIns="91440" anchor="ctr">
            <a:normAutofit/>
          </a:bodyPr>
          <a:lstStyle/>
          <a:p>
            <a:pPr marL="0" indent="0" algn="ctr">
              <a:lnSpc>
                <a:spcPct val="100000"/>
              </a:lnSpc>
              <a:buNone/>
              <a:tabLst>
                <a:tab pos="0" algn="l"/>
              </a:tabLst>
            </a:pPr>
            <a:r>
              <a:rPr lang="en" sz="1600" b="0" strike="noStrike" spc="-1" dirty="0">
                <a:solidFill>
                  <a:schemeClr val="dk2"/>
                </a:solidFill>
                <a:latin typeface="Montserrat"/>
                <a:ea typeface="Montserrat"/>
              </a:rPr>
              <a:t>Each faculty member will have the opportunity to select their preferred elective courses. They will choose three UG and three PG subjects, which will be submitted through a user-friendly interface. This submission will be tracked in real-time to reflect current course availability and ensure that selections are honored based on the seniority system established.</a:t>
            </a:r>
            <a:endParaRPr lang="en-US" sz="1600" b="0" strike="noStrike" spc="-1" dirty="0">
              <a:solidFill>
                <a:srgbClr val="000000"/>
              </a:solidFill>
              <a:latin typeface="OpenSymbol"/>
            </a:endParaRPr>
          </a:p>
        </p:txBody>
      </p:sp>
      <p:sp>
        <p:nvSpPr>
          <p:cNvPr id="319" name="PlaceHolder 2"/>
          <p:cNvSpPr>
            <a:spLocks noGrp="1"/>
          </p:cNvSpPr>
          <p:nvPr>
            <p:ph type="title"/>
          </p:nvPr>
        </p:nvSpPr>
        <p:spPr>
          <a:xfrm>
            <a:off x="866880" y="1154084"/>
            <a:ext cx="7410240" cy="57132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3400" b="0" strike="noStrike" spc="-1" dirty="0">
                <a:solidFill>
                  <a:schemeClr val="dk1"/>
                </a:solidFill>
                <a:latin typeface="Vidaloka"/>
                <a:ea typeface="Vidaloka"/>
              </a:rPr>
              <a:t>Faculty choice submission process</a:t>
            </a:r>
            <a:endParaRPr lang="fr-FR" sz="3400" b="0" strike="noStrike" spc="-1" dirty="0">
              <a:solidFill>
                <a:schemeClr val="dk1"/>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 name="PlaceHolder 1"/>
          <p:cNvSpPr>
            <a:spLocks noGrp="1"/>
          </p:cNvSpPr>
          <p:nvPr>
            <p:ph type="title"/>
          </p:nvPr>
        </p:nvSpPr>
        <p:spPr>
          <a:xfrm>
            <a:off x="1260174" y="866011"/>
            <a:ext cx="6623652" cy="1170945"/>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3400" b="0" strike="noStrike" spc="-1" dirty="0">
                <a:solidFill>
                  <a:schemeClr val="dk1"/>
                </a:solidFill>
                <a:latin typeface="Vidaloka"/>
                <a:ea typeface="Vidaloka"/>
              </a:rPr>
              <a:t>Timetable generation with constraints</a:t>
            </a:r>
            <a:endParaRPr lang="fr-FR" sz="3400" b="0" strike="noStrike" spc="-1" dirty="0">
              <a:solidFill>
                <a:schemeClr val="dk1"/>
              </a:solidFill>
              <a:latin typeface="Arial"/>
            </a:endParaRPr>
          </a:p>
        </p:txBody>
      </p:sp>
      <p:sp>
        <p:nvSpPr>
          <p:cNvPr id="321" name="PlaceHolder 2"/>
          <p:cNvSpPr>
            <a:spLocks noGrp="1"/>
          </p:cNvSpPr>
          <p:nvPr>
            <p:ph type="subTitle"/>
          </p:nvPr>
        </p:nvSpPr>
        <p:spPr>
          <a:xfrm>
            <a:off x="1273227" y="2236750"/>
            <a:ext cx="6597546" cy="1947747"/>
          </a:xfrm>
          <a:prstGeom prst="rect">
            <a:avLst/>
          </a:prstGeom>
          <a:noFill/>
          <a:ln w="0">
            <a:noFill/>
          </a:ln>
        </p:spPr>
        <p:txBody>
          <a:bodyPr lIns="91440" tIns="91440" rIns="91440" bIns="91440" anchor="t">
            <a:noAutofit/>
          </a:bodyPr>
          <a:lstStyle/>
          <a:p>
            <a:pPr indent="0" algn="ctr">
              <a:lnSpc>
                <a:spcPct val="100000"/>
              </a:lnSpc>
              <a:spcAft>
                <a:spcPts val="1199"/>
              </a:spcAft>
              <a:buNone/>
              <a:tabLst>
                <a:tab pos="0" algn="l"/>
              </a:tabLst>
            </a:pPr>
            <a:r>
              <a:rPr lang="en" sz="1600" b="0" strike="noStrike" spc="-1" dirty="0">
                <a:solidFill>
                  <a:schemeClr val="dk1"/>
                </a:solidFill>
                <a:latin typeface="Montserrat"/>
                <a:ea typeface="Montserrat"/>
              </a:rPr>
              <a:t>Timetables will be generated considering specific constraints such as ensuring each faculty member has at least one first-hour session per week, avoiding consecutive classes for different batches, and guaranteeing that each faculty enjoys a full free day per week. The system will also restrict the number of theory classes held on lab days to optimize faculty workload and enhance teaching efficacy.</a:t>
            </a:r>
            <a:endParaRPr lang="en-US" sz="1600" b="0" strike="noStrike" spc="-1" dirty="0">
              <a:solidFill>
                <a:srgbClr val="000000"/>
              </a:solidFill>
              <a:latin typeface="OpenSymbo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DC06D-F4AC-E4AF-D9E9-0B53CE6093D0}"/>
            </a:ext>
          </a:extLst>
        </p:cNvPr>
        <p:cNvGrpSpPr/>
        <p:nvPr/>
      </p:nvGrpSpPr>
      <p:grpSpPr>
        <a:xfrm>
          <a:off x="0" y="0"/>
          <a:ext cx="0" cy="0"/>
          <a:chOff x="0" y="0"/>
          <a:chExt cx="0" cy="0"/>
        </a:xfrm>
      </p:grpSpPr>
      <p:sp>
        <p:nvSpPr>
          <p:cNvPr id="311" name="PlaceHolder 1">
            <a:extLst>
              <a:ext uri="{FF2B5EF4-FFF2-40B4-BE49-F238E27FC236}">
                <a16:creationId xmlns:a16="http://schemas.microsoft.com/office/drawing/2014/main" id="{25F8677D-7AEE-4510-8302-86BD8F48C00D}"/>
              </a:ext>
            </a:extLst>
          </p:cNvPr>
          <p:cNvSpPr>
            <a:spLocks noGrp="1"/>
          </p:cNvSpPr>
          <p:nvPr>
            <p:ph type="title"/>
          </p:nvPr>
        </p:nvSpPr>
        <p:spPr>
          <a:xfrm>
            <a:off x="980910" y="654346"/>
            <a:ext cx="7410240" cy="81864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5400" b="1" strike="noStrike" spc="-1" dirty="0">
                <a:solidFill>
                  <a:schemeClr val="dk1"/>
                </a:solidFill>
                <a:latin typeface="Vidaloka"/>
                <a:ea typeface="Vidaloka"/>
              </a:rPr>
              <a:t>04 Deliverables</a:t>
            </a:r>
            <a:endParaRPr lang="fr-FR" sz="5400" b="1" strike="noStrike" spc="-1" dirty="0">
              <a:solidFill>
                <a:schemeClr val="dk1"/>
              </a:solidFill>
              <a:latin typeface="Arial"/>
            </a:endParaRPr>
          </a:p>
        </p:txBody>
      </p:sp>
      <p:sp>
        <p:nvSpPr>
          <p:cNvPr id="312" name="PlaceHolder 2">
            <a:extLst>
              <a:ext uri="{FF2B5EF4-FFF2-40B4-BE49-F238E27FC236}">
                <a16:creationId xmlns:a16="http://schemas.microsoft.com/office/drawing/2014/main" id="{0FB1AECF-EF0A-9838-EF60-298C1A96FED9}"/>
              </a:ext>
            </a:extLst>
          </p:cNvPr>
          <p:cNvSpPr>
            <a:spLocks noGrp="1"/>
          </p:cNvSpPr>
          <p:nvPr>
            <p:ph type="title"/>
          </p:nvPr>
        </p:nvSpPr>
        <p:spPr>
          <a:xfrm>
            <a:off x="-1003610" y="1167337"/>
            <a:ext cx="185854" cy="489966"/>
          </a:xfrm>
          <a:prstGeom prst="rect">
            <a:avLst/>
          </a:prstGeom>
          <a:noFill/>
          <a:ln w="0">
            <a:noFill/>
          </a:ln>
        </p:spPr>
        <p:txBody>
          <a:bodyPr lIns="91440" tIns="91440" rIns="91440" bIns="91440" anchor="t">
            <a:normAutofit/>
          </a:bodyPr>
          <a:lstStyle/>
          <a:p>
            <a:pPr indent="0">
              <a:lnSpc>
                <a:spcPct val="100000"/>
              </a:lnSpc>
              <a:buNone/>
              <a:tabLst>
                <a:tab pos="0" algn="l"/>
              </a:tabLst>
            </a:pPr>
            <a:r>
              <a:rPr lang="fr-FR" sz="900" b="1" strike="noStrike" spc="-1" dirty="0">
                <a:solidFill>
                  <a:schemeClr val="dk1"/>
                </a:solidFill>
                <a:latin typeface="Arial"/>
              </a:rPr>
              <a:t>a</a:t>
            </a:r>
          </a:p>
        </p:txBody>
      </p:sp>
      <p:sp>
        <p:nvSpPr>
          <p:cNvPr id="313" name="PlaceHolder 3">
            <a:extLst>
              <a:ext uri="{FF2B5EF4-FFF2-40B4-BE49-F238E27FC236}">
                <a16:creationId xmlns:a16="http://schemas.microsoft.com/office/drawing/2014/main" id="{E9088D39-3CC4-E5D9-871D-FC791F955655}"/>
              </a:ext>
            </a:extLst>
          </p:cNvPr>
          <p:cNvSpPr>
            <a:spLocks noGrp="1"/>
          </p:cNvSpPr>
          <p:nvPr>
            <p:ph type="subTitle"/>
          </p:nvPr>
        </p:nvSpPr>
        <p:spPr>
          <a:xfrm>
            <a:off x="-1003610" y="2636086"/>
            <a:ext cx="185854" cy="390240"/>
          </a:xfrm>
          <a:prstGeom prst="rect">
            <a:avLst/>
          </a:prstGeom>
          <a:noFill/>
          <a:ln w="0">
            <a:noFill/>
          </a:ln>
        </p:spPr>
        <p:txBody>
          <a:bodyPr lIns="91440" tIns="91440" rIns="91440" bIns="91440" anchor="t">
            <a:normAutofit/>
          </a:bodyPr>
          <a:lstStyle/>
          <a:p>
            <a:pPr indent="0" algn="ctr">
              <a:buNone/>
            </a:pPr>
            <a:r>
              <a:rPr lang="en-US" sz="1400" b="0" strike="noStrike" spc="-1" dirty="0">
                <a:solidFill>
                  <a:schemeClr val="dk1"/>
                </a:solidFill>
                <a:latin typeface="Montserrat"/>
                <a:ea typeface="Montserrat"/>
              </a:rPr>
              <a:t>a</a:t>
            </a:r>
          </a:p>
        </p:txBody>
      </p:sp>
      <p:cxnSp>
        <p:nvCxnSpPr>
          <p:cNvPr id="21" name="Google Shape;188;p19">
            <a:extLst>
              <a:ext uri="{FF2B5EF4-FFF2-40B4-BE49-F238E27FC236}">
                <a16:creationId xmlns:a16="http://schemas.microsoft.com/office/drawing/2014/main" id="{F6C3BB25-72DD-646A-C713-BBF4478BBB83}"/>
              </a:ext>
            </a:extLst>
          </p:cNvPr>
          <p:cNvCxnSpPr>
            <a:cxnSpLocks/>
            <a:stCxn id="26" idx="4"/>
            <a:endCxn id="39" idx="0"/>
          </p:cNvCxnSpPr>
          <p:nvPr/>
        </p:nvCxnSpPr>
        <p:spPr>
          <a:xfrm>
            <a:off x="2550114" y="3349988"/>
            <a:ext cx="37" cy="584670"/>
          </a:xfrm>
          <a:prstGeom prst="straightConnector1">
            <a:avLst/>
          </a:prstGeom>
          <a:noFill/>
          <a:ln w="9525" cap="flat" cmpd="sng">
            <a:solidFill>
              <a:srgbClr val="000000"/>
            </a:solidFill>
            <a:prstDash val="dot"/>
            <a:round/>
            <a:headEnd type="none" w="med" len="med"/>
            <a:tailEnd type="diamond" w="med" len="med"/>
          </a:ln>
        </p:spPr>
      </p:cxnSp>
      <p:sp>
        <p:nvSpPr>
          <p:cNvPr id="22" name="Google Shape;193;p19">
            <a:extLst>
              <a:ext uri="{FF2B5EF4-FFF2-40B4-BE49-F238E27FC236}">
                <a16:creationId xmlns:a16="http://schemas.microsoft.com/office/drawing/2014/main" id="{41CC534D-0A7B-9329-96CE-50B3DD9252F3}"/>
              </a:ext>
            </a:extLst>
          </p:cNvPr>
          <p:cNvSpPr txBox="1"/>
          <p:nvPr/>
        </p:nvSpPr>
        <p:spPr>
          <a:xfrm>
            <a:off x="5792056" y="2005359"/>
            <a:ext cx="2059800" cy="461700"/>
          </a:xfrm>
          <a:prstGeom prst="rect">
            <a:avLst/>
          </a:prstGeom>
          <a:noFill/>
          <a:ln>
            <a:noFill/>
          </a:ln>
        </p:spPr>
        <p:txBody>
          <a:bodyPr spcFirstLastPara="1" wrap="square" lIns="91425" tIns="91425" rIns="91425" bIns="91425" anchor="b" anchorCtr="0">
            <a:noAutofit/>
          </a:bodyPr>
          <a:lstStyle/>
          <a:p>
            <a:pPr algn="ctr">
              <a:lnSpc>
                <a:spcPct val="115000"/>
              </a:lnSpc>
              <a:spcBef>
                <a:spcPts val="1200"/>
              </a:spcBef>
              <a:spcAft>
                <a:spcPts val="1200"/>
              </a:spcAft>
              <a:buClr>
                <a:srgbClr val="000000"/>
              </a:buClr>
              <a:buSzPts val="1100"/>
              <a:buFont typeface="Arial"/>
              <a:buNone/>
            </a:pPr>
            <a:r>
              <a:rPr lang="en" sz="1400" kern="0" dirty="0">
                <a:solidFill>
                  <a:srgbClr val="000000"/>
                </a:solidFill>
                <a:latin typeface="Montserrat SemiBold"/>
                <a:ea typeface="Montserrat SemiBold"/>
                <a:cs typeface="Montserrat SemiBold"/>
                <a:sym typeface="Montserrat SemiBold"/>
              </a:rPr>
              <a:t>Deliverable 3</a:t>
            </a:r>
            <a:endParaRPr sz="1400" kern="0" dirty="0">
              <a:solidFill>
                <a:srgbClr val="000000"/>
              </a:solidFill>
              <a:latin typeface="Montserrat SemiBold"/>
              <a:ea typeface="Montserrat SemiBold"/>
              <a:cs typeface="Montserrat SemiBold"/>
              <a:sym typeface="Montserrat SemiBold"/>
            </a:endParaRPr>
          </a:p>
        </p:txBody>
      </p:sp>
      <p:sp>
        <p:nvSpPr>
          <p:cNvPr id="23" name="Google Shape;194;p19">
            <a:extLst>
              <a:ext uri="{FF2B5EF4-FFF2-40B4-BE49-F238E27FC236}">
                <a16:creationId xmlns:a16="http://schemas.microsoft.com/office/drawing/2014/main" id="{E18DF7B0-3279-C566-258D-B2C7DF8574D0}"/>
              </a:ext>
            </a:extLst>
          </p:cNvPr>
          <p:cNvSpPr txBox="1"/>
          <p:nvPr/>
        </p:nvSpPr>
        <p:spPr>
          <a:xfrm>
            <a:off x="3656131" y="2005358"/>
            <a:ext cx="2059800" cy="461700"/>
          </a:xfrm>
          <a:prstGeom prst="rect">
            <a:avLst/>
          </a:prstGeom>
          <a:noFill/>
          <a:ln>
            <a:noFill/>
          </a:ln>
        </p:spPr>
        <p:txBody>
          <a:bodyPr spcFirstLastPara="1" wrap="square" lIns="91425" tIns="91425" rIns="91425" bIns="91425" anchor="b" anchorCtr="0">
            <a:noAutofit/>
          </a:bodyPr>
          <a:lstStyle/>
          <a:p>
            <a:pPr algn="ctr">
              <a:lnSpc>
                <a:spcPct val="115000"/>
              </a:lnSpc>
              <a:spcBef>
                <a:spcPts val="1200"/>
              </a:spcBef>
              <a:spcAft>
                <a:spcPts val="1200"/>
              </a:spcAft>
              <a:buClr>
                <a:srgbClr val="000000"/>
              </a:buClr>
              <a:buSzPts val="1100"/>
              <a:buFont typeface="Arial"/>
              <a:buNone/>
            </a:pPr>
            <a:r>
              <a:rPr lang="en" sz="1400" kern="0" dirty="0">
                <a:solidFill>
                  <a:srgbClr val="000000"/>
                </a:solidFill>
                <a:latin typeface="Montserrat SemiBold"/>
                <a:ea typeface="Montserrat SemiBold"/>
                <a:cs typeface="Montserrat SemiBold"/>
                <a:sym typeface="Montserrat SemiBold"/>
              </a:rPr>
              <a:t>Deliverable 2</a:t>
            </a:r>
            <a:endParaRPr sz="1400" kern="0" dirty="0">
              <a:solidFill>
                <a:srgbClr val="000000"/>
              </a:solidFill>
              <a:latin typeface="Montserrat SemiBold"/>
              <a:ea typeface="Montserrat SemiBold"/>
              <a:cs typeface="Montserrat SemiBold"/>
              <a:sym typeface="Montserrat SemiBold"/>
            </a:endParaRPr>
          </a:p>
        </p:txBody>
      </p:sp>
      <p:sp>
        <p:nvSpPr>
          <p:cNvPr id="25" name="Google Shape;196;p19">
            <a:extLst>
              <a:ext uri="{FF2B5EF4-FFF2-40B4-BE49-F238E27FC236}">
                <a16:creationId xmlns:a16="http://schemas.microsoft.com/office/drawing/2014/main" id="{07953EC1-1D70-8EE6-8B82-2ACFE6F88E6F}"/>
              </a:ext>
            </a:extLst>
          </p:cNvPr>
          <p:cNvSpPr txBox="1"/>
          <p:nvPr/>
        </p:nvSpPr>
        <p:spPr>
          <a:xfrm>
            <a:off x="1520214" y="2005358"/>
            <a:ext cx="2059800" cy="461700"/>
          </a:xfrm>
          <a:prstGeom prst="rect">
            <a:avLst/>
          </a:prstGeom>
          <a:noFill/>
          <a:ln>
            <a:noFill/>
          </a:ln>
        </p:spPr>
        <p:txBody>
          <a:bodyPr spcFirstLastPara="1" wrap="square" lIns="91425" tIns="91425" rIns="91425" bIns="91425" anchor="b" anchorCtr="0">
            <a:noAutofit/>
          </a:bodyPr>
          <a:lstStyle/>
          <a:p>
            <a:pPr algn="ctr">
              <a:lnSpc>
                <a:spcPct val="115000"/>
              </a:lnSpc>
              <a:spcBef>
                <a:spcPts val="1200"/>
              </a:spcBef>
              <a:spcAft>
                <a:spcPts val="1200"/>
              </a:spcAft>
              <a:buClr>
                <a:srgbClr val="000000"/>
              </a:buClr>
              <a:buFont typeface="Arial"/>
              <a:buNone/>
            </a:pPr>
            <a:r>
              <a:rPr lang="en" sz="1400" kern="0" dirty="0">
                <a:solidFill>
                  <a:srgbClr val="000000"/>
                </a:solidFill>
                <a:latin typeface="Montserrat SemiBold"/>
                <a:ea typeface="Montserrat SemiBold"/>
                <a:cs typeface="Montserrat SemiBold"/>
                <a:sym typeface="Montserrat SemiBold"/>
              </a:rPr>
              <a:t>Deliverable 1</a:t>
            </a:r>
            <a:endParaRPr sz="1400" kern="0" dirty="0">
              <a:solidFill>
                <a:srgbClr val="000000"/>
              </a:solidFill>
              <a:latin typeface="Montserrat SemiBold"/>
              <a:ea typeface="Montserrat SemiBold"/>
              <a:cs typeface="Montserrat SemiBold"/>
              <a:sym typeface="Montserrat SemiBold"/>
            </a:endParaRPr>
          </a:p>
        </p:txBody>
      </p:sp>
      <p:sp>
        <p:nvSpPr>
          <p:cNvPr id="26" name="Google Shape;189;p19">
            <a:extLst>
              <a:ext uri="{FF2B5EF4-FFF2-40B4-BE49-F238E27FC236}">
                <a16:creationId xmlns:a16="http://schemas.microsoft.com/office/drawing/2014/main" id="{A0695E9D-61C8-7278-56FA-42816FAEE6DB}"/>
              </a:ext>
            </a:extLst>
          </p:cNvPr>
          <p:cNvSpPr/>
          <p:nvPr/>
        </p:nvSpPr>
        <p:spPr>
          <a:xfrm>
            <a:off x="2168514" y="2586788"/>
            <a:ext cx="763200" cy="763200"/>
          </a:xfrm>
          <a:prstGeom prst="ellipse">
            <a:avLst/>
          </a:prstGeom>
          <a:solidFill>
            <a:srgbClr val="F0E6DA"/>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Montserrat Medium"/>
              <a:ea typeface="Montserrat Medium"/>
              <a:cs typeface="Montserrat Medium"/>
              <a:sym typeface="Montserrat Medium"/>
            </a:endParaRPr>
          </a:p>
        </p:txBody>
      </p:sp>
      <p:cxnSp>
        <p:nvCxnSpPr>
          <p:cNvPr id="27" name="Google Shape;201;p19">
            <a:extLst>
              <a:ext uri="{FF2B5EF4-FFF2-40B4-BE49-F238E27FC236}">
                <a16:creationId xmlns:a16="http://schemas.microsoft.com/office/drawing/2014/main" id="{0012A9E8-8FD4-B20E-8143-B07F7602BF65}"/>
              </a:ext>
            </a:extLst>
          </p:cNvPr>
          <p:cNvCxnSpPr>
            <a:cxnSpLocks/>
            <a:stCxn id="28" idx="4"/>
            <a:endCxn id="37" idx="0"/>
          </p:cNvCxnSpPr>
          <p:nvPr/>
        </p:nvCxnSpPr>
        <p:spPr>
          <a:xfrm flipH="1">
            <a:off x="4686030" y="3349988"/>
            <a:ext cx="9" cy="584669"/>
          </a:xfrm>
          <a:prstGeom prst="straightConnector1">
            <a:avLst/>
          </a:prstGeom>
          <a:noFill/>
          <a:ln w="9525" cap="flat" cmpd="sng">
            <a:solidFill>
              <a:srgbClr val="000000"/>
            </a:solidFill>
            <a:prstDash val="dot"/>
            <a:round/>
            <a:headEnd type="none" w="med" len="med"/>
            <a:tailEnd type="diamond" w="med" len="med"/>
          </a:ln>
        </p:spPr>
      </p:cxnSp>
      <p:sp>
        <p:nvSpPr>
          <p:cNvPr id="28" name="Google Shape;202;p19">
            <a:extLst>
              <a:ext uri="{FF2B5EF4-FFF2-40B4-BE49-F238E27FC236}">
                <a16:creationId xmlns:a16="http://schemas.microsoft.com/office/drawing/2014/main" id="{BF7BE9F8-E9D2-33DD-6B66-38FF95EAC567}"/>
              </a:ext>
            </a:extLst>
          </p:cNvPr>
          <p:cNvSpPr/>
          <p:nvPr/>
        </p:nvSpPr>
        <p:spPr>
          <a:xfrm>
            <a:off x="4304439" y="2586788"/>
            <a:ext cx="763200" cy="763200"/>
          </a:xfrm>
          <a:prstGeom prst="ellipse">
            <a:avLst/>
          </a:prstGeom>
          <a:solidFill>
            <a:srgbClr val="FFEDA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Montserrat Medium"/>
              <a:ea typeface="Montserrat Medium"/>
              <a:cs typeface="Montserrat Medium"/>
              <a:sym typeface="Montserrat Medium"/>
            </a:endParaRPr>
          </a:p>
        </p:txBody>
      </p:sp>
      <p:cxnSp>
        <p:nvCxnSpPr>
          <p:cNvPr id="29" name="Google Shape;204;p19">
            <a:extLst>
              <a:ext uri="{FF2B5EF4-FFF2-40B4-BE49-F238E27FC236}">
                <a16:creationId xmlns:a16="http://schemas.microsoft.com/office/drawing/2014/main" id="{0DFD0F5E-0772-12A7-A4AE-44E04E15F160}"/>
              </a:ext>
            </a:extLst>
          </p:cNvPr>
          <p:cNvCxnSpPr>
            <a:cxnSpLocks/>
            <a:stCxn id="30" idx="4"/>
            <a:endCxn id="36" idx="0"/>
          </p:cNvCxnSpPr>
          <p:nvPr/>
        </p:nvCxnSpPr>
        <p:spPr>
          <a:xfrm>
            <a:off x="6821964" y="3349988"/>
            <a:ext cx="29" cy="584670"/>
          </a:xfrm>
          <a:prstGeom prst="straightConnector1">
            <a:avLst/>
          </a:prstGeom>
          <a:noFill/>
          <a:ln w="9525" cap="flat" cmpd="sng">
            <a:solidFill>
              <a:srgbClr val="000000"/>
            </a:solidFill>
            <a:prstDash val="dot"/>
            <a:round/>
            <a:headEnd type="none" w="med" len="med"/>
            <a:tailEnd type="diamond" w="med" len="med"/>
          </a:ln>
        </p:spPr>
      </p:cxnSp>
      <p:sp>
        <p:nvSpPr>
          <p:cNvPr id="30" name="Google Shape;205;p19">
            <a:extLst>
              <a:ext uri="{FF2B5EF4-FFF2-40B4-BE49-F238E27FC236}">
                <a16:creationId xmlns:a16="http://schemas.microsoft.com/office/drawing/2014/main" id="{1A49BAF5-F14C-9000-24EB-9D02B94B32B6}"/>
              </a:ext>
            </a:extLst>
          </p:cNvPr>
          <p:cNvSpPr/>
          <p:nvPr/>
        </p:nvSpPr>
        <p:spPr>
          <a:xfrm>
            <a:off x="6440364" y="2586788"/>
            <a:ext cx="763200" cy="763200"/>
          </a:xfrm>
          <a:prstGeom prst="ellipse">
            <a:avLst/>
          </a:prstGeom>
          <a:solidFill>
            <a:srgbClr val="A6BB74"/>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Montserrat Medium"/>
              <a:ea typeface="Montserrat Medium"/>
              <a:cs typeface="Montserrat Medium"/>
              <a:sym typeface="Montserrat Medium"/>
            </a:endParaRPr>
          </a:p>
        </p:txBody>
      </p:sp>
      <p:cxnSp>
        <p:nvCxnSpPr>
          <p:cNvPr id="33" name="Google Shape;210;p19">
            <a:extLst>
              <a:ext uri="{FF2B5EF4-FFF2-40B4-BE49-F238E27FC236}">
                <a16:creationId xmlns:a16="http://schemas.microsoft.com/office/drawing/2014/main" id="{260A5F3A-3FEB-01DE-6817-83C2ED25A376}"/>
              </a:ext>
            </a:extLst>
          </p:cNvPr>
          <p:cNvCxnSpPr>
            <a:stCxn id="26" idx="6"/>
            <a:endCxn id="28" idx="2"/>
          </p:cNvCxnSpPr>
          <p:nvPr/>
        </p:nvCxnSpPr>
        <p:spPr>
          <a:xfrm>
            <a:off x="2931714" y="2968388"/>
            <a:ext cx="1372800" cy="0"/>
          </a:xfrm>
          <a:prstGeom prst="straightConnector1">
            <a:avLst/>
          </a:prstGeom>
          <a:noFill/>
          <a:ln w="9525" cap="flat" cmpd="sng">
            <a:solidFill>
              <a:srgbClr val="000000"/>
            </a:solidFill>
            <a:prstDash val="solid"/>
            <a:round/>
            <a:headEnd type="none" w="med" len="med"/>
            <a:tailEnd type="triangle" w="med" len="med"/>
          </a:ln>
        </p:spPr>
      </p:cxnSp>
      <p:cxnSp>
        <p:nvCxnSpPr>
          <p:cNvPr id="34" name="Google Shape;211;p19">
            <a:extLst>
              <a:ext uri="{FF2B5EF4-FFF2-40B4-BE49-F238E27FC236}">
                <a16:creationId xmlns:a16="http://schemas.microsoft.com/office/drawing/2014/main" id="{540720D7-CD47-3DA4-A195-5BB015EF4AAA}"/>
              </a:ext>
            </a:extLst>
          </p:cNvPr>
          <p:cNvCxnSpPr>
            <a:stCxn id="28" idx="6"/>
            <a:endCxn id="30" idx="2"/>
          </p:cNvCxnSpPr>
          <p:nvPr/>
        </p:nvCxnSpPr>
        <p:spPr>
          <a:xfrm>
            <a:off x="5067639" y="2968388"/>
            <a:ext cx="1372800" cy="0"/>
          </a:xfrm>
          <a:prstGeom prst="straightConnector1">
            <a:avLst/>
          </a:prstGeom>
          <a:noFill/>
          <a:ln w="9525" cap="flat" cmpd="sng">
            <a:solidFill>
              <a:srgbClr val="000000"/>
            </a:solidFill>
            <a:prstDash val="solid"/>
            <a:round/>
            <a:headEnd type="none" w="med" len="med"/>
            <a:tailEnd type="triangle" w="med" len="med"/>
          </a:ln>
        </p:spPr>
      </p:cxnSp>
      <p:sp>
        <p:nvSpPr>
          <p:cNvPr id="36" name="Google Shape;206;p19">
            <a:extLst>
              <a:ext uri="{FF2B5EF4-FFF2-40B4-BE49-F238E27FC236}">
                <a16:creationId xmlns:a16="http://schemas.microsoft.com/office/drawing/2014/main" id="{C54B2F24-3879-6D9D-3EFB-9BA08CDC8A3B}"/>
              </a:ext>
            </a:extLst>
          </p:cNvPr>
          <p:cNvSpPr txBox="1"/>
          <p:nvPr/>
        </p:nvSpPr>
        <p:spPr>
          <a:xfrm>
            <a:off x="5792093" y="3934658"/>
            <a:ext cx="2059800" cy="540413"/>
          </a:xfrm>
          <a:prstGeom prst="rect">
            <a:avLst/>
          </a:prstGeom>
          <a:noFill/>
          <a:ln>
            <a:noFill/>
          </a:ln>
        </p:spPr>
        <p:txBody>
          <a:bodyPr spcFirstLastPara="1" wrap="square" lIns="91425" tIns="91425" rIns="91425" bIns="91425" anchor="b" anchorCtr="0">
            <a:noAutofit/>
          </a:bodyPr>
          <a:lstStyle/>
          <a:p>
            <a:pPr algn="ctr">
              <a:lnSpc>
                <a:spcPct val="115000"/>
              </a:lnSpc>
              <a:spcBef>
                <a:spcPts val="1200"/>
              </a:spcBef>
              <a:spcAft>
                <a:spcPts val="1200"/>
              </a:spcAft>
              <a:buClr>
                <a:srgbClr val="000000"/>
              </a:buClr>
              <a:buFont typeface="Arial"/>
              <a:buNone/>
            </a:pPr>
            <a:r>
              <a:rPr lang="en" sz="1200" b="0" strike="noStrike" spc="-1" dirty="0">
                <a:solidFill>
                  <a:schemeClr val="dk1"/>
                </a:solidFill>
                <a:latin typeface="Montserrat Medium" panose="00000600000000000000" pitchFamily="2" charset="0"/>
                <a:ea typeface="Vidaloka"/>
              </a:rPr>
              <a:t>Backup files for audits</a:t>
            </a:r>
            <a:endParaRPr sz="1200" kern="0" dirty="0">
              <a:solidFill>
                <a:srgbClr val="000000"/>
              </a:solidFill>
              <a:latin typeface="Montserrat Medium" panose="00000600000000000000" pitchFamily="2" charset="0"/>
              <a:ea typeface="Montserrat SemiBold"/>
              <a:cs typeface="Montserrat SemiBold"/>
              <a:sym typeface="Montserrat SemiBold"/>
            </a:endParaRPr>
          </a:p>
        </p:txBody>
      </p:sp>
      <p:sp>
        <p:nvSpPr>
          <p:cNvPr id="37" name="Google Shape;203;p19">
            <a:extLst>
              <a:ext uri="{FF2B5EF4-FFF2-40B4-BE49-F238E27FC236}">
                <a16:creationId xmlns:a16="http://schemas.microsoft.com/office/drawing/2014/main" id="{3CF66A52-9BD2-7D2D-B913-E177A9A72C44}"/>
              </a:ext>
            </a:extLst>
          </p:cNvPr>
          <p:cNvSpPr txBox="1"/>
          <p:nvPr/>
        </p:nvSpPr>
        <p:spPr>
          <a:xfrm>
            <a:off x="3656130" y="3934657"/>
            <a:ext cx="2059800" cy="763199"/>
          </a:xfrm>
          <a:prstGeom prst="rect">
            <a:avLst/>
          </a:prstGeom>
          <a:noFill/>
          <a:ln>
            <a:noFill/>
          </a:ln>
        </p:spPr>
        <p:txBody>
          <a:bodyPr spcFirstLastPara="1" wrap="square" lIns="91425" tIns="91425" rIns="91425" bIns="91425" anchor="b" anchorCtr="0">
            <a:noAutofit/>
          </a:bodyPr>
          <a:lstStyle/>
          <a:p>
            <a:pPr algn="ctr">
              <a:lnSpc>
                <a:spcPct val="115000"/>
              </a:lnSpc>
              <a:spcBef>
                <a:spcPts val="1200"/>
              </a:spcBef>
              <a:spcAft>
                <a:spcPts val="1200"/>
              </a:spcAft>
              <a:buClr>
                <a:srgbClr val="000000"/>
              </a:buClr>
              <a:buFont typeface="Arial"/>
              <a:buNone/>
            </a:pPr>
            <a:endParaRPr lang="en" sz="1200" b="0" strike="noStrike" spc="-1" dirty="0">
              <a:solidFill>
                <a:schemeClr val="dk1"/>
              </a:solidFill>
              <a:latin typeface="Montserrat Medium" panose="00000600000000000000" pitchFamily="2" charset="0"/>
              <a:ea typeface="Vidaloka"/>
            </a:endParaRPr>
          </a:p>
          <a:p>
            <a:pPr algn="ctr">
              <a:lnSpc>
                <a:spcPct val="115000"/>
              </a:lnSpc>
              <a:spcBef>
                <a:spcPts val="1200"/>
              </a:spcBef>
              <a:spcAft>
                <a:spcPts val="1200"/>
              </a:spcAft>
              <a:buClr>
                <a:srgbClr val="000000"/>
              </a:buClr>
              <a:buFont typeface="Arial"/>
              <a:buNone/>
            </a:pPr>
            <a:endParaRPr lang="en" sz="1200" spc="-1" dirty="0">
              <a:solidFill>
                <a:schemeClr val="dk1"/>
              </a:solidFill>
              <a:latin typeface="Montserrat Medium" panose="00000600000000000000" pitchFamily="2" charset="0"/>
              <a:ea typeface="Vidaloka"/>
            </a:endParaRPr>
          </a:p>
          <a:p>
            <a:pPr algn="ctr">
              <a:lnSpc>
                <a:spcPct val="115000"/>
              </a:lnSpc>
              <a:spcBef>
                <a:spcPts val="1200"/>
              </a:spcBef>
              <a:spcAft>
                <a:spcPts val="1200"/>
              </a:spcAft>
              <a:buClr>
                <a:srgbClr val="000000"/>
              </a:buClr>
              <a:buFont typeface="Arial"/>
              <a:buNone/>
            </a:pPr>
            <a:endParaRPr lang="en" sz="1200" b="0" strike="noStrike" spc="-1" dirty="0">
              <a:solidFill>
                <a:schemeClr val="dk1"/>
              </a:solidFill>
              <a:latin typeface="Montserrat Medium" panose="00000600000000000000" pitchFamily="2" charset="0"/>
              <a:ea typeface="Vidaloka"/>
            </a:endParaRPr>
          </a:p>
          <a:p>
            <a:pPr algn="ctr">
              <a:lnSpc>
                <a:spcPct val="115000"/>
              </a:lnSpc>
              <a:spcBef>
                <a:spcPts val="1200"/>
              </a:spcBef>
              <a:spcAft>
                <a:spcPts val="1200"/>
              </a:spcAft>
              <a:buClr>
                <a:srgbClr val="000000"/>
              </a:buClr>
              <a:buFont typeface="Arial"/>
              <a:buNone/>
            </a:pPr>
            <a:endParaRPr lang="en" sz="1200" spc="-1" dirty="0">
              <a:solidFill>
                <a:schemeClr val="dk1"/>
              </a:solidFill>
              <a:latin typeface="Montserrat Medium" panose="00000600000000000000" pitchFamily="2" charset="0"/>
              <a:ea typeface="Vidaloka"/>
            </a:endParaRPr>
          </a:p>
          <a:p>
            <a:pPr algn="ctr">
              <a:lnSpc>
                <a:spcPct val="115000"/>
              </a:lnSpc>
              <a:spcBef>
                <a:spcPts val="1200"/>
              </a:spcBef>
              <a:spcAft>
                <a:spcPts val="1200"/>
              </a:spcAft>
              <a:buClr>
                <a:srgbClr val="000000"/>
              </a:buClr>
              <a:buFont typeface="Arial"/>
              <a:buNone/>
            </a:pPr>
            <a:endParaRPr lang="en" sz="1200" b="0" strike="noStrike" spc="-1" dirty="0">
              <a:solidFill>
                <a:schemeClr val="dk1"/>
              </a:solidFill>
              <a:latin typeface="Montserrat Medium" panose="00000600000000000000" pitchFamily="2" charset="0"/>
              <a:ea typeface="Vidaloka"/>
            </a:endParaRPr>
          </a:p>
          <a:p>
            <a:pPr algn="ctr">
              <a:lnSpc>
                <a:spcPct val="115000"/>
              </a:lnSpc>
              <a:spcBef>
                <a:spcPts val="1200"/>
              </a:spcBef>
              <a:spcAft>
                <a:spcPts val="1200"/>
              </a:spcAft>
              <a:buClr>
                <a:srgbClr val="000000"/>
              </a:buClr>
              <a:buFont typeface="Arial"/>
              <a:buNone/>
            </a:pPr>
            <a:endParaRPr lang="en" sz="1200" spc="-1" dirty="0">
              <a:solidFill>
                <a:schemeClr val="dk1"/>
              </a:solidFill>
              <a:latin typeface="Montserrat Medium" panose="00000600000000000000" pitchFamily="2" charset="0"/>
              <a:ea typeface="Vidaloka"/>
            </a:endParaRPr>
          </a:p>
          <a:p>
            <a:pPr algn="ctr">
              <a:lnSpc>
                <a:spcPct val="115000"/>
              </a:lnSpc>
              <a:spcBef>
                <a:spcPts val="1200"/>
              </a:spcBef>
              <a:spcAft>
                <a:spcPts val="1200"/>
              </a:spcAft>
              <a:buClr>
                <a:srgbClr val="000000"/>
              </a:buClr>
              <a:buFont typeface="Arial"/>
              <a:buNone/>
            </a:pPr>
            <a:endParaRPr lang="en" sz="1200" b="0" strike="noStrike" spc="-1" dirty="0">
              <a:solidFill>
                <a:schemeClr val="dk1"/>
              </a:solidFill>
              <a:latin typeface="Montserrat Medium" panose="00000600000000000000" pitchFamily="2" charset="0"/>
              <a:ea typeface="Vidaloka"/>
            </a:endParaRPr>
          </a:p>
          <a:p>
            <a:pPr algn="ctr">
              <a:lnSpc>
                <a:spcPct val="115000"/>
              </a:lnSpc>
              <a:spcBef>
                <a:spcPts val="1200"/>
              </a:spcBef>
              <a:spcAft>
                <a:spcPts val="1200"/>
              </a:spcAft>
              <a:buClr>
                <a:srgbClr val="000000"/>
              </a:buClr>
              <a:buFont typeface="Arial"/>
              <a:buNone/>
            </a:pPr>
            <a:endParaRPr lang="en" sz="1200" spc="-1" dirty="0">
              <a:solidFill>
                <a:schemeClr val="dk1"/>
              </a:solidFill>
              <a:latin typeface="Montserrat Medium" panose="00000600000000000000" pitchFamily="2" charset="0"/>
              <a:ea typeface="Vidaloka"/>
            </a:endParaRPr>
          </a:p>
          <a:p>
            <a:pPr algn="ctr">
              <a:lnSpc>
                <a:spcPct val="115000"/>
              </a:lnSpc>
              <a:spcBef>
                <a:spcPts val="1200"/>
              </a:spcBef>
              <a:spcAft>
                <a:spcPts val="1200"/>
              </a:spcAft>
              <a:buClr>
                <a:srgbClr val="000000"/>
              </a:buClr>
              <a:buFont typeface="Arial"/>
              <a:buNone/>
            </a:pPr>
            <a:endParaRPr lang="en" sz="1200" b="0" strike="noStrike" spc="-1" dirty="0">
              <a:solidFill>
                <a:schemeClr val="dk1"/>
              </a:solidFill>
              <a:latin typeface="Montserrat Medium" panose="00000600000000000000" pitchFamily="2" charset="0"/>
              <a:ea typeface="Vidaloka"/>
            </a:endParaRPr>
          </a:p>
          <a:p>
            <a:pPr algn="ctr">
              <a:lnSpc>
                <a:spcPct val="115000"/>
              </a:lnSpc>
              <a:spcBef>
                <a:spcPts val="1200"/>
              </a:spcBef>
              <a:spcAft>
                <a:spcPts val="1200"/>
              </a:spcAft>
              <a:buClr>
                <a:srgbClr val="000000"/>
              </a:buClr>
              <a:buFont typeface="Arial"/>
              <a:buNone/>
            </a:pPr>
            <a:endParaRPr lang="en" sz="1200" spc="-1" dirty="0">
              <a:solidFill>
                <a:schemeClr val="dk1"/>
              </a:solidFill>
              <a:latin typeface="Montserrat Medium" panose="00000600000000000000" pitchFamily="2" charset="0"/>
              <a:ea typeface="Vidaloka"/>
            </a:endParaRPr>
          </a:p>
          <a:p>
            <a:pPr algn="ctr">
              <a:lnSpc>
                <a:spcPct val="115000"/>
              </a:lnSpc>
              <a:spcBef>
                <a:spcPts val="1200"/>
              </a:spcBef>
              <a:spcAft>
                <a:spcPts val="1200"/>
              </a:spcAft>
              <a:buClr>
                <a:srgbClr val="000000"/>
              </a:buClr>
              <a:buFont typeface="Arial"/>
              <a:buNone/>
            </a:pPr>
            <a:endParaRPr lang="en" sz="1200" b="0" strike="noStrike" spc="-1" dirty="0">
              <a:solidFill>
                <a:schemeClr val="dk1"/>
              </a:solidFill>
              <a:latin typeface="Montserrat Medium" panose="00000600000000000000" pitchFamily="2" charset="0"/>
              <a:ea typeface="Vidaloka"/>
            </a:endParaRPr>
          </a:p>
          <a:p>
            <a:pPr algn="ctr">
              <a:lnSpc>
                <a:spcPct val="115000"/>
              </a:lnSpc>
              <a:spcBef>
                <a:spcPts val="1200"/>
              </a:spcBef>
              <a:spcAft>
                <a:spcPts val="1200"/>
              </a:spcAft>
              <a:buClr>
                <a:srgbClr val="000000"/>
              </a:buClr>
              <a:buFont typeface="Arial"/>
              <a:buNone/>
            </a:pPr>
            <a:r>
              <a:rPr lang="en" sz="1200" b="0" strike="noStrike" spc="-1" dirty="0">
                <a:solidFill>
                  <a:schemeClr val="dk1"/>
                </a:solidFill>
                <a:latin typeface="Montserrat Medium" panose="00000600000000000000" pitchFamily="2" charset="0"/>
                <a:ea typeface="Vidaloka"/>
              </a:rPr>
              <a:t>Class-wise timetable report</a:t>
            </a:r>
            <a:endParaRPr sz="1200" kern="0" dirty="0">
              <a:solidFill>
                <a:srgbClr val="000000"/>
              </a:solidFill>
              <a:latin typeface="Montserrat Medium" panose="00000600000000000000" pitchFamily="2" charset="0"/>
              <a:ea typeface="Montserrat SemiBold"/>
              <a:cs typeface="Montserrat SemiBold"/>
              <a:sym typeface="Montserrat SemiBold"/>
            </a:endParaRPr>
          </a:p>
        </p:txBody>
      </p:sp>
      <p:sp>
        <p:nvSpPr>
          <p:cNvPr id="39" name="Google Shape;190;p19">
            <a:extLst>
              <a:ext uri="{FF2B5EF4-FFF2-40B4-BE49-F238E27FC236}">
                <a16:creationId xmlns:a16="http://schemas.microsoft.com/office/drawing/2014/main" id="{0A6D0A5C-6927-CCD0-1A80-DBBB17B5390E}"/>
              </a:ext>
            </a:extLst>
          </p:cNvPr>
          <p:cNvSpPr txBox="1"/>
          <p:nvPr/>
        </p:nvSpPr>
        <p:spPr>
          <a:xfrm>
            <a:off x="1520251" y="3934658"/>
            <a:ext cx="2059800" cy="540414"/>
          </a:xfrm>
          <a:prstGeom prst="rect">
            <a:avLst/>
          </a:prstGeom>
          <a:noFill/>
          <a:ln>
            <a:noFill/>
          </a:ln>
        </p:spPr>
        <p:txBody>
          <a:bodyPr spcFirstLastPara="1" wrap="square" lIns="91425" tIns="91425" rIns="91425" bIns="91425" anchor="b" anchorCtr="0">
            <a:noAutofit/>
          </a:bodyPr>
          <a:lstStyle/>
          <a:p>
            <a:pPr algn="ctr">
              <a:lnSpc>
                <a:spcPct val="115000"/>
              </a:lnSpc>
              <a:spcBef>
                <a:spcPts val="1200"/>
              </a:spcBef>
              <a:spcAft>
                <a:spcPts val="1200"/>
              </a:spcAft>
              <a:buClr>
                <a:srgbClr val="000000"/>
              </a:buClr>
              <a:buFont typeface="Arial"/>
              <a:buNone/>
            </a:pPr>
            <a:r>
              <a:rPr lang="en" sz="1200" b="0" strike="noStrike" spc="-1" dirty="0">
                <a:solidFill>
                  <a:schemeClr val="dk1"/>
                </a:solidFill>
                <a:latin typeface="Montserrat Medium" panose="00000600000000000000" pitchFamily="2" charset="0"/>
                <a:ea typeface="Vidaloka"/>
              </a:rPr>
              <a:t>Electives final list report</a:t>
            </a:r>
            <a:endParaRPr sz="1200" kern="0" dirty="0">
              <a:solidFill>
                <a:srgbClr val="000000"/>
              </a:solidFill>
              <a:latin typeface="Montserrat Medium" panose="00000600000000000000" pitchFamily="2" charset="0"/>
              <a:ea typeface="Montserrat SemiBold"/>
              <a:cs typeface="Montserrat SemiBold"/>
              <a:sym typeface="Montserrat SemiBold"/>
            </a:endParaRPr>
          </a:p>
        </p:txBody>
      </p:sp>
      <p:grpSp>
        <p:nvGrpSpPr>
          <p:cNvPr id="40" name="Google Shape;213;p19">
            <a:extLst>
              <a:ext uri="{FF2B5EF4-FFF2-40B4-BE49-F238E27FC236}">
                <a16:creationId xmlns:a16="http://schemas.microsoft.com/office/drawing/2014/main" id="{BAA3A213-F03C-5DE4-2849-FF8F7B80A378}"/>
              </a:ext>
            </a:extLst>
          </p:cNvPr>
          <p:cNvGrpSpPr/>
          <p:nvPr/>
        </p:nvGrpSpPr>
        <p:grpSpPr>
          <a:xfrm>
            <a:off x="2410230" y="2824414"/>
            <a:ext cx="279792" cy="280531"/>
            <a:chOff x="-61354875" y="4101525"/>
            <a:chExt cx="316650" cy="317450"/>
          </a:xfrm>
        </p:grpSpPr>
        <p:sp>
          <p:nvSpPr>
            <p:cNvPr id="41" name="Google Shape;214;p19">
              <a:extLst>
                <a:ext uri="{FF2B5EF4-FFF2-40B4-BE49-F238E27FC236}">
                  <a16:creationId xmlns:a16="http://schemas.microsoft.com/office/drawing/2014/main" id="{6F73FF43-39A2-C92B-CCCB-AB82EDFA86BA}"/>
                </a:ext>
              </a:extLst>
            </p:cNvPr>
            <p:cNvSpPr/>
            <p:nvPr/>
          </p:nvSpPr>
          <p:spPr>
            <a:xfrm>
              <a:off x="-61172925" y="4240150"/>
              <a:ext cx="62225" cy="145750"/>
            </a:xfrm>
            <a:custGeom>
              <a:avLst/>
              <a:gdLst/>
              <a:ahLst/>
              <a:cxnLst/>
              <a:rect l="l" t="t" r="r" b="b"/>
              <a:pathLst>
                <a:path w="2489" h="5830" extrusionOk="0">
                  <a:moveTo>
                    <a:pt x="1260" y="1"/>
                  </a:moveTo>
                  <a:cubicBezTo>
                    <a:pt x="1071" y="1"/>
                    <a:pt x="819" y="221"/>
                    <a:pt x="819" y="442"/>
                  </a:cubicBezTo>
                  <a:lnTo>
                    <a:pt x="819" y="725"/>
                  </a:lnTo>
                  <a:cubicBezTo>
                    <a:pt x="347" y="883"/>
                    <a:pt x="0" y="1355"/>
                    <a:pt x="0" y="1891"/>
                  </a:cubicBezTo>
                  <a:cubicBezTo>
                    <a:pt x="0" y="2584"/>
                    <a:pt x="536" y="2962"/>
                    <a:pt x="977" y="3277"/>
                  </a:cubicBezTo>
                  <a:cubicBezTo>
                    <a:pt x="1292" y="3529"/>
                    <a:pt x="1639" y="3750"/>
                    <a:pt x="1639" y="4002"/>
                  </a:cubicBezTo>
                  <a:cubicBezTo>
                    <a:pt x="1639" y="4222"/>
                    <a:pt x="1450" y="4411"/>
                    <a:pt x="1260" y="4411"/>
                  </a:cubicBezTo>
                  <a:cubicBezTo>
                    <a:pt x="1008" y="4411"/>
                    <a:pt x="819" y="4222"/>
                    <a:pt x="819" y="4002"/>
                  </a:cubicBezTo>
                  <a:cubicBezTo>
                    <a:pt x="819" y="3750"/>
                    <a:pt x="630" y="3592"/>
                    <a:pt x="441" y="3592"/>
                  </a:cubicBezTo>
                  <a:cubicBezTo>
                    <a:pt x="221" y="3592"/>
                    <a:pt x="0" y="3781"/>
                    <a:pt x="0" y="4002"/>
                  </a:cubicBezTo>
                  <a:cubicBezTo>
                    <a:pt x="0" y="4537"/>
                    <a:pt x="347" y="4978"/>
                    <a:pt x="819" y="5167"/>
                  </a:cubicBezTo>
                  <a:lnTo>
                    <a:pt x="819" y="5451"/>
                  </a:lnTo>
                  <a:cubicBezTo>
                    <a:pt x="819" y="5672"/>
                    <a:pt x="1008" y="5829"/>
                    <a:pt x="1260" y="5829"/>
                  </a:cubicBezTo>
                  <a:cubicBezTo>
                    <a:pt x="1481" y="5829"/>
                    <a:pt x="1639" y="5640"/>
                    <a:pt x="1639" y="5451"/>
                  </a:cubicBezTo>
                  <a:lnTo>
                    <a:pt x="1639" y="5167"/>
                  </a:lnTo>
                  <a:cubicBezTo>
                    <a:pt x="2111" y="5010"/>
                    <a:pt x="2489" y="4537"/>
                    <a:pt x="2489" y="4002"/>
                  </a:cubicBezTo>
                  <a:cubicBezTo>
                    <a:pt x="2489" y="3309"/>
                    <a:pt x="1922" y="2931"/>
                    <a:pt x="1481" y="2616"/>
                  </a:cubicBezTo>
                  <a:cubicBezTo>
                    <a:pt x="1166" y="2364"/>
                    <a:pt x="819" y="2143"/>
                    <a:pt x="819" y="1891"/>
                  </a:cubicBezTo>
                  <a:cubicBezTo>
                    <a:pt x="819" y="1702"/>
                    <a:pt x="1008" y="1513"/>
                    <a:pt x="1260" y="1513"/>
                  </a:cubicBezTo>
                  <a:cubicBezTo>
                    <a:pt x="1513" y="1513"/>
                    <a:pt x="1639" y="1702"/>
                    <a:pt x="1639" y="1891"/>
                  </a:cubicBezTo>
                  <a:cubicBezTo>
                    <a:pt x="1639" y="2143"/>
                    <a:pt x="1859" y="2332"/>
                    <a:pt x="2048" y="2332"/>
                  </a:cubicBezTo>
                  <a:cubicBezTo>
                    <a:pt x="2300" y="2332"/>
                    <a:pt x="2489" y="2143"/>
                    <a:pt x="2489" y="1891"/>
                  </a:cubicBezTo>
                  <a:cubicBezTo>
                    <a:pt x="2489" y="1355"/>
                    <a:pt x="2143" y="914"/>
                    <a:pt x="1639" y="725"/>
                  </a:cubicBezTo>
                  <a:lnTo>
                    <a:pt x="1639" y="442"/>
                  </a:lnTo>
                  <a:cubicBezTo>
                    <a:pt x="1639" y="221"/>
                    <a:pt x="1450" y="1"/>
                    <a:pt x="1260"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cs typeface="Arial"/>
                <a:sym typeface="Arial"/>
              </a:endParaRPr>
            </a:p>
          </p:txBody>
        </p:sp>
        <p:sp>
          <p:nvSpPr>
            <p:cNvPr id="42" name="Google Shape;215;p19">
              <a:extLst>
                <a:ext uri="{FF2B5EF4-FFF2-40B4-BE49-F238E27FC236}">
                  <a16:creationId xmlns:a16="http://schemas.microsoft.com/office/drawing/2014/main" id="{C2F5E37D-E4B9-BCDC-0D2A-C68E8241E256}"/>
                </a:ext>
              </a:extLst>
            </p:cNvPr>
            <p:cNvSpPr/>
            <p:nvPr/>
          </p:nvSpPr>
          <p:spPr>
            <a:xfrm>
              <a:off x="-61354875" y="4101525"/>
              <a:ext cx="316650" cy="317450"/>
            </a:xfrm>
            <a:custGeom>
              <a:avLst/>
              <a:gdLst/>
              <a:ahLst/>
              <a:cxnLst/>
              <a:rect l="l" t="t" r="r" b="b"/>
              <a:pathLst>
                <a:path w="12666" h="12698" extrusionOk="0">
                  <a:moveTo>
                    <a:pt x="11405" y="1608"/>
                  </a:moveTo>
                  <a:cubicBezTo>
                    <a:pt x="11657" y="1608"/>
                    <a:pt x="11847" y="1797"/>
                    <a:pt x="11847" y="2049"/>
                  </a:cubicBezTo>
                  <a:lnTo>
                    <a:pt x="11847" y="3277"/>
                  </a:lnTo>
                  <a:lnTo>
                    <a:pt x="820" y="3277"/>
                  </a:lnTo>
                  <a:lnTo>
                    <a:pt x="820" y="2049"/>
                  </a:lnTo>
                  <a:cubicBezTo>
                    <a:pt x="820" y="1797"/>
                    <a:pt x="1009" y="1608"/>
                    <a:pt x="1198" y="1608"/>
                  </a:cubicBezTo>
                  <a:lnTo>
                    <a:pt x="1639" y="1608"/>
                  </a:lnTo>
                  <a:lnTo>
                    <a:pt x="1639" y="2049"/>
                  </a:lnTo>
                  <a:cubicBezTo>
                    <a:pt x="1639" y="2301"/>
                    <a:pt x="1828" y="2458"/>
                    <a:pt x="2048" y="2458"/>
                  </a:cubicBezTo>
                  <a:cubicBezTo>
                    <a:pt x="2237" y="2458"/>
                    <a:pt x="2427" y="2238"/>
                    <a:pt x="2427" y="2049"/>
                  </a:cubicBezTo>
                  <a:lnTo>
                    <a:pt x="2427" y="1608"/>
                  </a:lnTo>
                  <a:lnTo>
                    <a:pt x="5892" y="1608"/>
                  </a:lnTo>
                  <a:lnTo>
                    <a:pt x="5892" y="2049"/>
                  </a:lnTo>
                  <a:cubicBezTo>
                    <a:pt x="5892" y="2301"/>
                    <a:pt x="6081" y="2458"/>
                    <a:pt x="6333" y="2458"/>
                  </a:cubicBezTo>
                  <a:cubicBezTo>
                    <a:pt x="6585" y="2458"/>
                    <a:pt x="6743" y="2238"/>
                    <a:pt x="6743" y="2049"/>
                  </a:cubicBezTo>
                  <a:lnTo>
                    <a:pt x="6743" y="1608"/>
                  </a:lnTo>
                  <a:lnTo>
                    <a:pt x="10208" y="1608"/>
                  </a:lnTo>
                  <a:lnTo>
                    <a:pt x="10208" y="2049"/>
                  </a:lnTo>
                  <a:cubicBezTo>
                    <a:pt x="10208" y="2301"/>
                    <a:pt x="10397" y="2458"/>
                    <a:pt x="10618" y="2458"/>
                  </a:cubicBezTo>
                  <a:cubicBezTo>
                    <a:pt x="10870" y="2458"/>
                    <a:pt x="11027" y="2238"/>
                    <a:pt x="11027" y="2049"/>
                  </a:cubicBezTo>
                  <a:lnTo>
                    <a:pt x="11027" y="1608"/>
                  </a:lnTo>
                  <a:close/>
                  <a:moveTo>
                    <a:pt x="2868" y="4916"/>
                  </a:moveTo>
                  <a:cubicBezTo>
                    <a:pt x="3088" y="4916"/>
                    <a:pt x="3246" y="5136"/>
                    <a:pt x="3246" y="5357"/>
                  </a:cubicBezTo>
                  <a:cubicBezTo>
                    <a:pt x="3309" y="5546"/>
                    <a:pt x="3088" y="5766"/>
                    <a:pt x="2868" y="5766"/>
                  </a:cubicBezTo>
                  <a:lnTo>
                    <a:pt x="2048" y="5766"/>
                  </a:lnTo>
                  <a:cubicBezTo>
                    <a:pt x="1796" y="5766"/>
                    <a:pt x="1639" y="5546"/>
                    <a:pt x="1639" y="5357"/>
                  </a:cubicBezTo>
                  <a:cubicBezTo>
                    <a:pt x="1639" y="5136"/>
                    <a:pt x="1828" y="4916"/>
                    <a:pt x="2048" y="4916"/>
                  </a:cubicBezTo>
                  <a:close/>
                  <a:moveTo>
                    <a:pt x="2868" y="6585"/>
                  </a:moveTo>
                  <a:cubicBezTo>
                    <a:pt x="3088" y="6585"/>
                    <a:pt x="3246" y="6774"/>
                    <a:pt x="3246" y="6963"/>
                  </a:cubicBezTo>
                  <a:cubicBezTo>
                    <a:pt x="3309" y="7215"/>
                    <a:pt x="3088" y="7404"/>
                    <a:pt x="2868" y="7404"/>
                  </a:cubicBezTo>
                  <a:lnTo>
                    <a:pt x="2048" y="7404"/>
                  </a:lnTo>
                  <a:cubicBezTo>
                    <a:pt x="1796" y="7404"/>
                    <a:pt x="1639" y="7215"/>
                    <a:pt x="1639" y="6963"/>
                  </a:cubicBezTo>
                  <a:cubicBezTo>
                    <a:pt x="1639" y="6743"/>
                    <a:pt x="1828" y="6585"/>
                    <a:pt x="2048" y="6585"/>
                  </a:cubicBezTo>
                  <a:close/>
                  <a:moveTo>
                    <a:pt x="2868" y="8287"/>
                  </a:moveTo>
                  <a:cubicBezTo>
                    <a:pt x="3088" y="8287"/>
                    <a:pt x="3246" y="8476"/>
                    <a:pt x="3246" y="8665"/>
                  </a:cubicBezTo>
                  <a:cubicBezTo>
                    <a:pt x="3309" y="8854"/>
                    <a:pt x="3088" y="9074"/>
                    <a:pt x="2868" y="9074"/>
                  </a:cubicBezTo>
                  <a:lnTo>
                    <a:pt x="2048" y="9074"/>
                  </a:lnTo>
                  <a:cubicBezTo>
                    <a:pt x="1796" y="9074"/>
                    <a:pt x="1639" y="8854"/>
                    <a:pt x="1639" y="8665"/>
                  </a:cubicBezTo>
                  <a:cubicBezTo>
                    <a:pt x="1639" y="8413"/>
                    <a:pt x="1828" y="8287"/>
                    <a:pt x="2048" y="8287"/>
                  </a:cubicBezTo>
                  <a:close/>
                  <a:moveTo>
                    <a:pt x="8538" y="5199"/>
                  </a:moveTo>
                  <a:cubicBezTo>
                    <a:pt x="10366" y="5199"/>
                    <a:pt x="11847" y="6711"/>
                    <a:pt x="11847" y="8507"/>
                  </a:cubicBezTo>
                  <a:cubicBezTo>
                    <a:pt x="11847" y="10334"/>
                    <a:pt x="10334" y="11815"/>
                    <a:pt x="8538" y="11815"/>
                  </a:cubicBezTo>
                  <a:cubicBezTo>
                    <a:pt x="6711" y="11815"/>
                    <a:pt x="5230" y="10334"/>
                    <a:pt x="5230" y="8507"/>
                  </a:cubicBezTo>
                  <a:cubicBezTo>
                    <a:pt x="5230" y="6711"/>
                    <a:pt x="6743" y="5199"/>
                    <a:pt x="8538" y="5199"/>
                  </a:cubicBezTo>
                  <a:close/>
                  <a:moveTo>
                    <a:pt x="2048" y="1"/>
                  </a:moveTo>
                  <a:cubicBezTo>
                    <a:pt x="1828" y="1"/>
                    <a:pt x="1639" y="190"/>
                    <a:pt x="1639" y="410"/>
                  </a:cubicBezTo>
                  <a:lnTo>
                    <a:pt x="1639" y="788"/>
                  </a:lnTo>
                  <a:lnTo>
                    <a:pt x="1198" y="788"/>
                  </a:lnTo>
                  <a:cubicBezTo>
                    <a:pt x="536" y="788"/>
                    <a:pt x="1" y="1324"/>
                    <a:pt x="1" y="2049"/>
                  </a:cubicBezTo>
                  <a:lnTo>
                    <a:pt x="1" y="9767"/>
                  </a:lnTo>
                  <a:cubicBezTo>
                    <a:pt x="1" y="10429"/>
                    <a:pt x="536" y="11028"/>
                    <a:pt x="1198" y="11028"/>
                  </a:cubicBezTo>
                  <a:lnTo>
                    <a:pt x="5230" y="11028"/>
                  </a:lnTo>
                  <a:cubicBezTo>
                    <a:pt x="5987" y="12004"/>
                    <a:pt x="7184" y="12697"/>
                    <a:pt x="8538" y="12697"/>
                  </a:cubicBezTo>
                  <a:cubicBezTo>
                    <a:pt x="10807" y="12697"/>
                    <a:pt x="12666" y="10838"/>
                    <a:pt x="12666" y="8539"/>
                  </a:cubicBezTo>
                  <a:lnTo>
                    <a:pt x="12666" y="2080"/>
                  </a:lnTo>
                  <a:cubicBezTo>
                    <a:pt x="12666" y="1356"/>
                    <a:pt x="12130" y="788"/>
                    <a:pt x="11405" y="788"/>
                  </a:cubicBezTo>
                  <a:lnTo>
                    <a:pt x="11027" y="788"/>
                  </a:lnTo>
                  <a:lnTo>
                    <a:pt x="11027" y="410"/>
                  </a:lnTo>
                  <a:cubicBezTo>
                    <a:pt x="11027" y="158"/>
                    <a:pt x="10807" y="1"/>
                    <a:pt x="10618" y="1"/>
                  </a:cubicBezTo>
                  <a:cubicBezTo>
                    <a:pt x="10429" y="1"/>
                    <a:pt x="10177" y="190"/>
                    <a:pt x="10177" y="410"/>
                  </a:cubicBezTo>
                  <a:lnTo>
                    <a:pt x="10177" y="788"/>
                  </a:lnTo>
                  <a:lnTo>
                    <a:pt x="6711" y="788"/>
                  </a:lnTo>
                  <a:lnTo>
                    <a:pt x="6711" y="410"/>
                  </a:lnTo>
                  <a:cubicBezTo>
                    <a:pt x="6711" y="158"/>
                    <a:pt x="6522" y="1"/>
                    <a:pt x="6333" y="1"/>
                  </a:cubicBezTo>
                  <a:cubicBezTo>
                    <a:pt x="6144" y="1"/>
                    <a:pt x="5892" y="190"/>
                    <a:pt x="5892" y="410"/>
                  </a:cubicBezTo>
                  <a:lnTo>
                    <a:pt x="5892" y="788"/>
                  </a:lnTo>
                  <a:lnTo>
                    <a:pt x="2427" y="788"/>
                  </a:lnTo>
                  <a:lnTo>
                    <a:pt x="2427" y="410"/>
                  </a:lnTo>
                  <a:cubicBezTo>
                    <a:pt x="2427" y="158"/>
                    <a:pt x="2237" y="1"/>
                    <a:pt x="2048" y="1"/>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cs typeface="Arial"/>
                <a:sym typeface="Arial"/>
              </a:endParaRPr>
            </a:p>
          </p:txBody>
        </p:sp>
      </p:grpSp>
      <p:grpSp>
        <p:nvGrpSpPr>
          <p:cNvPr id="43" name="Google Shape;216;p19">
            <a:extLst>
              <a:ext uri="{FF2B5EF4-FFF2-40B4-BE49-F238E27FC236}">
                <a16:creationId xmlns:a16="http://schemas.microsoft.com/office/drawing/2014/main" id="{84EA3833-65CF-46E8-95EC-B64A13FB5FCD}"/>
              </a:ext>
            </a:extLst>
          </p:cNvPr>
          <p:cNvGrpSpPr/>
          <p:nvPr/>
        </p:nvGrpSpPr>
        <p:grpSpPr>
          <a:xfrm>
            <a:off x="4542929" y="2821874"/>
            <a:ext cx="286317" cy="285618"/>
            <a:chOff x="-62884425" y="4111775"/>
            <a:chExt cx="317425" cy="316650"/>
          </a:xfrm>
        </p:grpSpPr>
        <p:sp>
          <p:nvSpPr>
            <p:cNvPr id="44" name="Google Shape;217;p19">
              <a:extLst>
                <a:ext uri="{FF2B5EF4-FFF2-40B4-BE49-F238E27FC236}">
                  <a16:creationId xmlns:a16="http://schemas.microsoft.com/office/drawing/2014/main" id="{9CCA057A-3C0F-CA11-10EF-D0AFE81B9B0D}"/>
                </a:ext>
              </a:extLst>
            </p:cNvPr>
            <p:cNvSpPr/>
            <p:nvPr/>
          </p:nvSpPr>
          <p:spPr>
            <a:xfrm>
              <a:off x="-62884425" y="4325225"/>
              <a:ext cx="317425" cy="103200"/>
            </a:xfrm>
            <a:custGeom>
              <a:avLst/>
              <a:gdLst/>
              <a:ahLst/>
              <a:cxnLst/>
              <a:rect l="l" t="t" r="r" b="b"/>
              <a:pathLst>
                <a:path w="12697" h="4128" extrusionOk="0">
                  <a:moveTo>
                    <a:pt x="0" y="0"/>
                  </a:moveTo>
                  <a:lnTo>
                    <a:pt x="0" y="378"/>
                  </a:lnTo>
                  <a:cubicBezTo>
                    <a:pt x="0" y="1071"/>
                    <a:pt x="567" y="1638"/>
                    <a:pt x="1260" y="1638"/>
                  </a:cubicBezTo>
                  <a:lnTo>
                    <a:pt x="4001" y="1638"/>
                  </a:lnTo>
                  <a:lnTo>
                    <a:pt x="3434" y="3308"/>
                  </a:lnTo>
                  <a:lnTo>
                    <a:pt x="2930" y="3308"/>
                  </a:lnTo>
                  <a:cubicBezTo>
                    <a:pt x="2678" y="3308"/>
                    <a:pt x="2520" y="3497"/>
                    <a:pt x="2520" y="3749"/>
                  </a:cubicBezTo>
                  <a:cubicBezTo>
                    <a:pt x="2520" y="3970"/>
                    <a:pt x="2741" y="4127"/>
                    <a:pt x="2930" y="4127"/>
                  </a:cubicBezTo>
                  <a:lnTo>
                    <a:pt x="9830" y="4127"/>
                  </a:lnTo>
                  <a:cubicBezTo>
                    <a:pt x="10050" y="4127"/>
                    <a:pt x="10239" y="3938"/>
                    <a:pt x="10239" y="3749"/>
                  </a:cubicBezTo>
                  <a:cubicBezTo>
                    <a:pt x="10239" y="3497"/>
                    <a:pt x="10050" y="3308"/>
                    <a:pt x="9830" y="3308"/>
                  </a:cubicBezTo>
                  <a:lnTo>
                    <a:pt x="9294" y="3308"/>
                  </a:lnTo>
                  <a:lnTo>
                    <a:pt x="8758" y="1638"/>
                  </a:lnTo>
                  <a:lnTo>
                    <a:pt x="11468" y="1638"/>
                  </a:lnTo>
                  <a:cubicBezTo>
                    <a:pt x="12129" y="1638"/>
                    <a:pt x="12697" y="1103"/>
                    <a:pt x="12697" y="378"/>
                  </a:cubicBezTo>
                  <a:lnTo>
                    <a:pt x="12697" y="0"/>
                  </a:ln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cs typeface="Arial"/>
                <a:sym typeface="Arial"/>
              </a:endParaRPr>
            </a:p>
          </p:txBody>
        </p:sp>
        <p:sp>
          <p:nvSpPr>
            <p:cNvPr id="45" name="Google Shape;218;p19">
              <a:extLst>
                <a:ext uri="{FF2B5EF4-FFF2-40B4-BE49-F238E27FC236}">
                  <a16:creationId xmlns:a16="http://schemas.microsoft.com/office/drawing/2014/main" id="{D20446CF-591F-CA16-0EC5-619C3A7FBECB}"/>
                </a:ext>
              </a:extLst>
            </p:cNvPr>
            <p:cNvSpPr/>
            <p:nvPr/>
          </p:nvSpPr>
          <p:spPr>
            <a:xfrm>
              <a:off x="-62884425" y="4111775"/>
              <a:ext cx="317425" cy="193000"/>
            </a:xfrm>
            <a:custGeom>
              <a:avLst/>
              <a:gdLst/>
              <a:ahLst/>
              <a:cxnLst/>
              <a:rect l="l" t="t" r="r" b="b"/>
              <a:pathLst>
                <a:path w="12697" h="7720" extrusionOk="0">
                  <a:moveTo>
                    <a:pt x="6301" y="946"/>
                  </a:moveTo>
                  <a:cubicBezTo>
                    <a:pt x="6522" y="946"/>
                    <a:pt x="6742" y="1135"/>
                    <a:pt x="6742" y="1324"/>
                  </a:cubicBezTo>
                  <a:lnTo>
                    <a:pt x="6742" y="1607"/>
                  </a:lnTo>
                  <a:cubicBezTo>
                    <a:pt x="7215" y="1765"/>
                    <a:pt x="7593" y="2237"/>
                    <a:pt x="7593" y="2773"/>
                  </a:cubicBezTo>
                  <a:cubicBezTo>
                    <a:pt x="7593" y="3025"/>
                    <a:pt x="7372" y="3182"/>
                    <a:pt x="7183" y="3182"/>
                  </a:cubicBezTo>
                  <a:cubicBezTo>
                    <a:pt x="6994" y="3182"/>
                    <a:pt x="6805" y="2993"/>
                    <a:pt x="6805" y="2773"/>
                  </a:cubicBezTo>
                  <a:cubicBezTo>
                    <a:pt x="6805" y="2552"/>
                    <a:pt x="6585" y="2363"/>
                    <a:pt x="6364" y="2363"/>
                  </a:cubicBezTo>
                  <a:cubicBezTo>
                    <a:pt x="6112" y="2363"/>
                    <a:pt x="5954" y="2552"/>
                    <a:pt x="5954" y="2773"/>
                  </a:cubicBezTo>
                  <a:cubicBezTo>
                    <a:pt x="5954" y="3025"/>
                    <a:pt x="6269" y="3245"/>
                    <a:pt x="6585" y="3497"/>
                  </a:cubicBezTo>
                  <a:cubicBezTo>
                    <a:pt x="7026" y="3812"/>
                    <a:pt x="7561" y="4191"/>
                    <a:pt x="7561" y="4884"/>
                  </a:cubicBezTo>
                  <a:cubicBezTo>
                    <a:pt x="7561" y="5419"/>
                    <a:pt x="7215" y="5860"/>
                    <a:pt x="6742" y="6049"/>
                  </a:cubicBezTo>
                  <a:lnTo>
                    <a:pt x="6742" y="6333"/>
                  </a:lnTo>
                  <a:cubicBezTo>
                    <a:pt x="6742" y="6553"/>
                    <a:pt x="6553" y="6774"/>
                    <a:pt x="6301" y="6774"/>
                  </a:cubicBezTo>
                  <a:cubicBezTo>
                    <a:pt x="6080" y="6774"/>
                    <a:pt x="5923" y="6553"/>
                    <a:pt x="5923" y="6333"/>
                  </a:cubicBezTo>
                  <a:lnTo>
                    <a:pt x="5923" y="6049"/>
                  </a:lnTo>
                  <a:cubicBezTo>
                    <a:pt x="5450" y="5892"/>
                    <a:pt x="5104" y="5419"/>
                    <a:pt x="5104" y="4884"/>
                  </a:cubicBezTo>
                  <a:cubicBezTo>
                    <a:pt x="5104" y="4632"/>
                    <a:pt x="5293" y="4443"/>
                    <a:pt x="5482" y="4443"/>
                  </a:cubicBezTo>
                  <a:cubicBezTo>
                    <a:pt x="5734" y="4443"/>
                    <a:pt x="5923" y="4632"/>
                    <a:pt x="5923" y="4884"/>
                  </a:cubicBezTo>
                  <a:cubicBezTo>
                    <a:pt x="5923" y="5104"/>
                    <a:pt x="6112" y="5262"/>
                    <a:pt x="6301" y="5262"/>
                  </a:cubicBezTo>
                  <a:cubicBezTo>
                    <a:pt x="6522" y="5262"/>
                    <a:pt x="6742" y="5073"/>
                    <a:pt x="6742" y="4884"/>
                  </a:cubicBezTo>
                  <a:cubicBezTo>
                    <a:pt x="6742" y="4632"/>
                    <a:pt x="6427" y="4411"/>
                    <a:pt x="6080" y="4159"/>
                  </a:cubicBezTo>
                  <a:cubicBezTo>
                    <a:pt x="5639" y="3844"/>
                    <a:pt x="5104" y="3466"/>
                    <a:pt x="5104" y="2773"/>
                  </a:cubicBezTo>
                  <a:cubicBezTo>
                    <a:pt x="5104" y="2237"/>
                    <a:pt x="5450" y="1796"/>
                    <a:pt x="5923" y="1607"/>
                  </a:cubicBezTo>
                  <a:lnTo>
                    <a:pt x="5923" y="1324"/>
                  </a:lnTo>
                  <a:cubicBezTo>
                    <a:pt x="5923" y="1103"/>
                    <a:pt x="6112" y="946"/>
                    <a:pt x="6301" y="946"/>
                  </a:cubicBezTo>
                  <a:close/>
                  <a:moveTo>
                    <a:pt x="1260" y="0"/>
                  </a:moveTo>
                  <a:cubicBezTo>
                    <a:pt x="599" y="0"/>
                    <a:pt x="0" y="536"/>
                    <a:pt x="0" y="1261"/>
                  </a:cubicBezTo>
                  <a:lnTo>
                    <a:pt x="0" y="7719"/>
                  </a:lnTo>
                  <a:lnTo>
                    <a:pt x="12697" y="7719"/>
                  </a:lnTo>
                  <a:lnTo>
                    <a:pt x="12697" y="1261"/>
                  </a:lnTo>
                  <a:cubicBezTo>
                    <a:pt x="12697" y="536"/>
                    <a:pt x="12129" y="0"/>
                    <a:pt x="11468"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cs typeface="Arial"/>
                <a:sym typeface="Arial"/>
              </a:endParaRPr>
            </a:p>
          </p:txBody>
        </p:sp>
      </p:grpSp>
      <p:grpSp>
        <p:nvGrpSpPr>
          <p:cNvPr id="46" name="Google Shape;219;p19">
            <a:extLst>
              <a:ext uri="{FF2B5EF4-FFF2-40B4-BE49-F238E27FC236}">
                <a16:creationId xmlns:a16="http://schemas.microsoft.com/office/drawing/2014/main" id="{66A47723-88EF-F460-8B92-7A5D80EC21A1}"/>
              </a:ext>
            </a:extLst>
          </p:cNvPr>
          <p:cNvGrpSpPr/>
          <p:nvPr/>
        </p:nvGrpSpPr>
        <p:grpSpPr>
          <a:xfrm>
            <a:off x="6682108" y="2825454"/>
            <a:ext cx="279815" cy="278430"/>
            <a:chOff x="-62151950" y="4111775"/>
            <a:chExt cx="318225" cy="316650"/>
          </a:xfrm>
        </p:grpSpPr>
        <p:sp>
          <p:nvSpPr>
            <p:cNvPr id="47" name="Google Shape;220;p19">
              <a:extLst>
                <a:ext uri="{FF2B5EF4-FFF2-40B4-BE49-F238E27FC236}">
                  <a16:creationId xmlns:a16="http://schemas.microsoft.com/office/drawing/2014/main" id="{EE622F5A-9428-4DB8-A54C-44CAE8586149}"/>
                </a:ext>
              </a:extLst>
            </p:cNvPr>
            <p:cNvSpPr/>
            <p:nvPr/>
          </p:nvSpPr>
          <p:spPr>
            <a:xfrm>
              <a:off x="-62151950" y="4407925"/>
              <a:ext cx="318225" cy="20500"/>
            </a:xfrm>
            <a:custGeom>
              <a:avLst/>
              <a:gdLst/>
              <a:ahLst/>
              <a:cxnLst/>
              <a:rect l="l" t="t" r="r" b="b"/>
              <a:pathLst>
                <a:path w="12729" h="820" extrusionOk="0">
                  <a:moveTo>
                    <a:pt x="442" y="0"/>
                  </a:moveTo>
                  <a:cubicBezTo>
                    <a:pt x="221" y="0"/>
                    <a:pt x="1" y="189"/>
                    <a:pt x="1" y="441"/>
                  </a:cubicBezTo>
                  <a:cubicBezTo>
                    <a:pt x="1" y="662"/>
                    <a:pt x="221" y="819"/>
                    <a:pt x="442" y="819"/>
                  </a:cubicBezTo>
                  <a:lnTo>
                    <a:pt x="12288" y="819"/>
                  </a:lnTo>
                  <a:cubicBezTo>
                    <a:pt x="12540" y="819"/>
                    <a:pt x="12697" y="630"/>
                    <a:pt x="12697" y="441"/>
                  </a:cubicBezTo>
                  <a:cubicBezTo>
                    <a:pt x="12729" y="158"/>
                    <a:pt x="12540" y="0"/>
                    <a:pt x="12288"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cs typeface="Arial"/>
                <a:sym typeface="Arial"/>
              </a:endParaRPr>
            </a:p>
          </p:txBody>
        </p:sp>
        <p:sp>
          <p:nvSpPr>
            <p:cNvPr id="48" name="Google Shape;221;p19">
              <a:extLst>
                <a:ext uri="{FF2B5EF4-FFF2-40B4-BE49-F238E27FC236}">
                  <a16:creationId xmlns:a16="http://schemas.microsoft.com/office/drawing/2014/main" id="{31D401AF-77A4-C3E2-EC6D-EC1053D2978F}"/>
                </a:ext>
              </a:extLst>
            </p:cNvPr>
            <p:cNvSpPr/>
            <p:nvPr/>
          </p:nvSpPr>
          <p:spPr>
            <a:xfrm>
              <a:off x="-62151950" y="4283475"/>
              <a:ext cx="84300" cy="104000"/>
            </a:xfrm>
            <a:custGeom>
              <a:avLst/>
              <a:gdLst/>
              <a:ahLst/>
              <a:cxnLst/>
              <a:rect l="l" t="t" r="r" b="b"/>
              <a:pathLst>
                <a:path w="3372" h="4160" extrusionOk="0">
                  <a:moveTo>
                    <a:pt x="1009" y="0"/>
                  </a:moveTo>
                  <a:cubicBezTo>
                    <a:pt x="442" y="0"/>
                    <a:pt x="1" y="442"/>
                    <a:pt x="1" y="1009"/>
                  </a:cubicBezTo>
                  <a:lnTo>
                    <a:pt x="1" y="3214"/>
                  </a:lnTo>
                  <a:cubicBezTo>
                    <a:pt x="64" y="3718"/>
                    <a:pt x="473" y="4159"/>
                    <a:pt x="1009" y="4159"/>
                  </a:cubicBezTo>
                  <a:lnTo>
                    <a:pt x="2363" y="4159"/>
                  </a:lnTo>
                  <a:cubicBezTo>
                    <a:pt x="2931" y="4159"/>
                    <a:pt x="3372" y="3718"/>
                    <a:pt x="3372" y="3214"/>
                  </a:cubicBezTo>
                  <a:lnTo>
                    <a:pt x="3372" y="1009"/>
                  </a:lnTo>
                  <a:cubicBezTo>
                    <a:pt x="3372" y="442"/>
                    <a:pt x="2931" y="0"/>
                    <a:pt x="2363"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cs typeface="Arial"/>
                <a:sym typeface="Arial"/>
              </a:endParaRPr>
            </a:p>
          </p:txBody>
        </p:sp>
        <p:sp>
          <p:nvSpPr>
            <p:cNvPr id="49" name="Google Shape;222;p19">
              <a:extLst>
                <a:ext uri="{FF2B5EF4-FFF2-40B4-BE49-F238E27FC236}">
                  <a16:creationId xmlns:a16="http://schemas.microsoft.com/office/drawing/2014/main" id="{9C326CDD-C624-7AE3-4942-49276CB697C2}"/>
                </a:ext>
              </a:extLst>
            </p:cNvPr>
            <p:cNvSpPr/>
            <p:nvPr/>
          </p:nvSpPr>
          <p:spPr>
            <a:xfrm>
              <a:off x="-62033800" y="4111775"/>
              <a:ext cx="82725" cy="275700"/>
            </a:xfrm>
            <a:custGeom>
              <a:avLst/>
              <a:gdLst/>
              <a:ahLst/>
              <a:cxnLst/>
              <a:rect l="l" t="t" r="r" b="b"/>
              <a:pathLst>
                <a:path w="3309" h="11028" extrusionOk="0">
                  <a:moveTo>
                    <a:pt x="946" y="0"/>
                  </a:moveTo>
                  <a:cubicBezTo>
                    <a:pt x="410" y="0"/>
                    <a:pt x="0" y="410"/>
                    <a:pt x="0" y="977"/>
                  </a:cubicBezTo>
                  <a:lnTo>
                    <a:pt x="0" y="10082"/>
                  </a:lnTo>
                  <a:cubicBezTo>
                    <a:pt x="0" y="10618"/>
                    <a:pt x="441" y="11027"/>
                    <a:pt x="946" y="11027"/>
                  </a:cubicBezTo>
                  <a:lnTo>
                    <a:pt x="2332" y="11027"/>
                  </a:lnTo>
                  <a:cubicBezTo>
                    <a:pt x="2899" y="11027"/>
                    <a:pt x="3308" y="10586"/>
                    <a:pt x="3308" y="10082"/>
                  </a:cubicBezTo>
                  <a:lnTo>
                    <a:pt x="3308" y="977"/>
                  </a:lnTo>
                  <a:cubicBezTo>
                    <a:pt x="3308" y="410"/>
                    <a:pt x="2899" y="0"/>
                    <a:pt x="2332"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cs typeface="Arial"/>
                <a:sym typeface="Arial"/>
              </a:endParaRPr>
            </a:p>
          </p:txBody>
        </p:sp>
        <p:sp>
          <p:nvSpPr>
            <p:cNvPr id="50" name="Google Shape;223;p19">
              <a:extLst>
                <a:ext uri="{FF2B5EF4-FFF2-40B4-BE49-F238E27FC236}">
                  <a16:creationId xmlns:a16="http://schemas.microsoft.com/office/drawing/2014/main" id="{20FA4B60-A2EE-B0F9-2A21-EECC0F634253}"/>
                </a:ext>
              </a:extLst>
            </p:cNvPr>
            <p:cNvSpPr/>
            <p:nvPr/>
          </p:nvSpPr>
          <p:spPr>
            <a:xfrm>
              <a:off x="-61916450" y="4200775"/>
              <a:ext cx="82725" cy="186700"/>
            </a:xfrm>
            <a:custGeom>
              <a:avLst/>
              <a:gdLst/>
              <a:ahLst/>
              <a:cxnLst/>
              <a:rect l="l" t="t" r="r" b="b"/>
              <a:pathLst>
                <a:path w="3309" h="7468" extrusionOk="0">
                  <a:moveTo>
                    <a:pt x="946" y="0"/>
                  </a:moveTo>
                  <a:cubicBezTo>
                    <a:pt x="410" y="0"/>
                    <a:pt x="1" y="442"/>
                    <a:pt x="1" y="1009"/>
                  </a:cubicBezTo>
                  <a:lnTo>
                    <a:pt x="1" y="6522"/>
                  </a:lnTo>
                  <a:cubicBezTo>
                    <a:pt x="1" y="7058"/>
                    <a:pt x="442" y="7467"/>
                    <a:pt x="946" y="7467"/>
                  </a:cubicBezTo>
                  <a:lnTo>
                    <a:pt x="2332" y="7467"/>
                  </a:lnTo>
                  <a:cubicBezTo>
                    <a:pt x="2868" y="7467"/>
                    <a:pt x="3309" y="7026"/>
                    <a:pt x="3309" y="6522"/>
                  </a:cubicBezTo>
                  <a:lnTo>
                    <a:pt x="3309" y="1009"/>
                  </a:lnTo>
                  <a:cubicBezTo>
                    <a:pt x="3309" y="442"/>
                    <a:pt x="2868" y="0"/>
                    <a:pt x="2332" y="0"/>
                  </a:cubicBezTo>
                  <a:close/>
                </a:path>
              </a:pathLst>
            </a:custGeom>
            <a:solidFill>
              <a:srgbClr val="00000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cs typeface="Arial"/>
                <a:sym typeface="Arial"/>
              </a:endParaRPr>
            </a:p>
          </p:txBody>
        </p:sp>
      </p:grpSp>
    </p:spTree>
    <p:extLst>
      <p:ext uri="{BB962C8B-B14F-4D97-AF65-F5344CB8AC3E}">
        <p14:creationId xmlns:p14="http://schemas.microsoft.com/office/powerpoint/2010/main" val="40034518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PlaceHolder 1"/>
          <p:cNvSpPr>
            <a:spLocks noGrp="1"/>
          </p:cNvSpPr>
          <p:nvPr>
            <p:ph type="title"/>
          </p:nvPr>
        </p:nvSpPr>
        <p:spPr>
          <a:xfrm>
            <a:off x="847980" y="1319949"/>
            <a:ext cx="7448040" cy="982057"/>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 sz="3400" b="0" strike="noStrike" spc="-1" dirty="0">
                <a:solidFill>
                  <a:schemeClr val="dk1"/>
                </a:solidFill>
                <a:latin typeface="Vidaloka"/>
                <a:ea typeface="Vidaloka"/>
              </a:rPr>
              <a:t>Electives final list report</a:t>
            </a:r>
            <a:endParaRPr lang="fr-FR" sz="3400" b="0" strike="noStrike" spc="-1" dirty="0">
              <a:solidFill>
                <a:schemeClr val="dk1"/>
              </a:solidFill>
              <a:latin typeface="Arial"/>
            </a:endParaRPr>
          </a:p>
        </p:txBody>
      </p:sp>
      <p:sp>
        <p:nvSpPr>
          <p:cNvPr id="333" name="PlaceHolder 2"/>
          <p:cNvSpPr>
            <a:spLocks noGrp="1"/>
          </p:cNvSpPr>
          <p:nvPr>
            <p:ph type="subTitle"/>
          </p:nvPr>
        </p:nvSpPr>
        <p:spPr>
          <a:xfrm>
            <a:off x="1397619" y="2302006"/>
            <a:ext cx="6110869" cy="169013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1600" b="0" strike="noStrike" spc="-1" dirty="0">
                <a:solidFill>
                  <a:schemeClr val="dk2"/>
                </a:solidFill>
                <a:latin typeface="Montserrat"/>
                <a:ea typeface="Montserrat"/>
              </a:rPr>
              <a:t>A comprehensive report detailing the final list of electives offered, including course codes, titles, and faculty allocations. This report serves as a reference for both administrative tasks and student course registration.</a:t>
            </a:r>
            <a:endParaRPr lang="en-US" sz="1600" b="0" strike="noStrike" spc="-1" dirty="0">
              <a:solidFill>
                <a:srgbClr val="000000"/>
              </a:solidFill>
              <a:latin typeface="OpenSymbo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 name="PlaceHolder 1"/>
          <p:cNvSpPr>
            <a:spLocks noGrp="1"/>
          </p:cNvSpPr>
          <p:nvPr>
            <p:ph type="subTitle"/>
          </p:nvPr>
        </p:nvSpPr>
        <p:spPr>
          <a:xfrm>
            <a:off x="867688" y="2161351"/>
            <a:ext cx="7408621" cy="2381040"/>
          </a:xfrm>
          <a:prstGeom prst="rect">
            <a:avLst/>
          </a:prstGeom>
          <a:noFill/>
          <a:ln w="0">
            <a:noFill/>
          </a:ln>
        </p:spPr>
        <p:txBody>
          <a:bodyPr lIns="91440" tIns="91440" rIns="91440" bIns="91440" anchor="t">
            <a:normAutofit/>
          </a:bodyPr>
          <a:lstStyle/>
          <a:p>
            <a:pPr algn="ctr">
              <a:lnSpc>
                <a:spcPct val="100000"/>
              </a:lnSpc>
              <a:tabLst>
                <a:tab pos="0" algn="l"/>
              </a:tabLst>
            </a:pPr>
            <a:r>
              <a:rPr lang="en" sz="1600" b="0" strike="noStrike" spc="-1" dirty="0">
                <a:solidFill>
                  <a:schemeClr val="dk2"/>
                </a:solidFill>
                <a:latin typeface="Montserrat"/>
                <a:ea typeface="Montserrat"/>
              </a:rPr>
              <a:t>This report presents the scheduled classes for each course, including time slots, faculty assignments, and classroom allocations. It is designed to facilitate clear communication and easy access to information for both students and faculty.</a:t>
            </a:r>
            <a:endParaRPr lang="en-US" sz="1600" b="0" strike="noStrike" spc="-1" dirty="0">
              <a:solidFill>
                <a:srgbClr val="000000"/>
              </a:solidFill>
              <a:latin typeface="OpenSymbol"/>
            </a:endParaRPr>
          </a:p>
        </p:txBody>
      </p:sp>
      <p:sp>
        <p:nvSpPr>
          <p:cNvPr id="335" name="PlaceHolder 2"/>
          <p:cNvSpPr>
            <a:spLocks noGrp="1"/>
          </p:cNvSpPr>
          <p:nvPr>
            <p:ph type="title"/>
          </p:nvPr>
        </p:nvSpPr>
        <p:spPr>
          <a:xfrm>
            <a:off x="702806" y="1154085"/>
            <a:ext cx="7738384" cy="763926"/>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3400" b="0" strike="noStrike" spc="-1" dirty="0">
                <a:solidFill>
                  <a:schemeClr val="dk1"/>
                </a:solidFill>
                <a:latin typeface="Vidaloka"/>
                <a:ea typeface="Vidaloka"/>
              </a:rPr>
              <a:t>Class-wise timetable report</a:t>
            </a:r>
            <a:endParaRPr lang="fr-FR" sz="3400" b="0" strike="noStrike" spc="-1" dirty="0">
              <a:solidFill>
                <a:schemeClr val="dk1"/>
              </a:solidFill>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PlaceHolder 1"/>
          <p:cNvSpPr>
            <a:spLocks noGrp="1"/>
          </p:cNvSpPr>
          <p:nvPr>
            <p:ph type="subTitle"/>
          </p:nvPr>
        </p:nvSpPr>
        <p:spPr>
          <a:xfrm>
            <a:off x="1185745" y="2310348"/>
            <a:ext cx="6772507" cy="2381040"/>
          </a:xfrm>
          <a:prstGeom prst="rect">
            <a:avLst/>
          </a:prstGeom>
          <a:noFill/>
          <a:ln w="0">
            <a:noFill/>
          </a:ln>
        </p:spPr>
        <p:txBody>
          <a:bodyPr lIns="91440" tIns="91440" rIns="91440" bIns="91440" anchor="t">
            <a:normAutofit/>
          </a:bodyPr>
          <a:lstStyle/>
          <a:p>
            <a:pPr>
              <a:lnSpc>
                <a:spcPct val="100000"/>
              </a:lnSpc>
              <a:tabLst>
                <a:tab pos="0" algn="l"/>
              </a:tabLst>
            </a:pPr>
            <a:r>
              <a:rPr lang="en" sz="1600" b="0" strike="noStrike" spc="-1" dirty="0">
                <a:solidFill>
                  <a:schemeClr val="dk2"/>
                </a:solidFill>
                <a:latin typeface="Montserrat"/>
                <a:ea typeface="Montserrat"/>
              </a:rPr>
              <a:t>Generate and regularly update backup files that contain all essential data related to courses, faculty selections, and timetables. These backups are crucial for audits and ensuring compliance with departmental regulations.</a:t>
            </a:r>
            <a:endParaRPr lang="en-US" sz="1600" b="0" strike="noStrike" spc="-1" dirty="0">
              <a:solidFill>
                <a:srgbClr val="000000"/>
              </a:solidFill>
              <a:latin typeface="OpenSymbol"/>
            </a:endParaRPr>
          </a:p>
        </p:txBody>
      </p:sp>
      <p:sp>
        <p:nvSpPr>
          <p:cNvPr id="338" name="PlaceHolder 2"/>
          <p:cNvSpPr>
            <a:spLocks noGrp="1"/>
          </p:cNvSpPr>
          <p:nvPr>
            <p:ph type="title"/>
          </p:nvPr>
        </p:nvSpPr>
        <p:spPr>
          <a:xfrm>
            <a:off x="1733758" y="1210395"/>
            <a:ext cx="5676480" cy="726755"/>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3400" b="0" strike="noStrike" spc="-1" dirty="0">
                <a:solidFill>
                  <a:schemeClr val="dk1"/>
                </a:solidFill>
                <a:latin typeface="Vidaloka"/>
                <a:ea typeface="Vidaloka"/>
              </a:rPr>
              <a:t>Backup files for audits</a:t>
            </a:r>
            <a:endParaRPr lang="fr-FR" sz="3400" b="0" strike="noStrike" spc="-1" dirty="0">
              <a:solidFill>
                <a:schemeClr val="dk1"/>
              </a:solidFill>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PlaceHolder 1"/>
          <p:cNvSpPr>
            <a:spLocks noGrp="1"/>
          </p:cNvSpPr>
          <p:nvPr>
            <p:ph type="title"/>
          </p:nvPr>
        </p:nvSpPr>
        <p:spPr>
          <a:xfrm>
            <a:off x="3372682" y="2321770"/>
            <a:ext cx="4962240" cy="1114200"/>
          </a:xfrm>
          <a:prstGeom prst="rect">
            <a:avLst/>
          </a:prstGeom>
          <a:noFill/>
          <a:ln w="0">
            <a:noFill/>
          </a:ln>
        </p:spPr>
        <p:txBody>
          <a:bodyPr lIns="91440" tIns="91440" rIns="91440" bIns="91440" anchor="t">
            <a:normAutofit/>
          </a:bodyPr>
          <a:lstStyle/>
          <a:p>
            <a:pPr indent="0" algn="r">
              <a:lnSpc>
                <a:spcPct val="100000"/>
              </a:lnSpc>
              <a:buNone/>
              <a:tabLst>
                <a:tab pos="0" algn="l"/>
              </a:tabLst>
            </a:pPr>
            <a:r>
              <a:rPr lang="en" sz="5400" b="1" strike="noStrike" spc="-1" dirty="0">
                <a:solidFill>
                  <a:schemeClr val="dk1"/>
                </a:solidFill>
                <a:latin typeface="Vidaloka"/>
                <a:ea typeface="Vidaloka"/>
              </a:rPr>
              <a:t>Features</a:t>
            </a:r>
            <a:endParaRPr lang="fr-FR" sz="5400" b="1" strike="noStrike" spc="-1" dirty="0">
              <a:solidFill>
                <a:schemeClr val="dk1"/>
              </a:solidFill>
              <a:latin typeface="Arial"/>
            </a:endParaRPr>
          </a:p>
        </p:txBody>
      </p:sp>
      <p:sp>
        <p:nvSpPr>
          <p:cNvPr id="340" name="PlaceHolder 2"/>
          <p:cNvSpPr>
            <a:spLocks noGrp="1"/>
          </p:cNvSpPr>
          <p:nvPr>
            <p:ph type="title"/>
          </p:nvPr>
        </p:nvSpPr>
        <p:spPr>
          <a:xfrm>
            <a:off x="6687562" y="1514951"/>
            <a:ext cx="1647360" cy="980640"/>
          </a:xfrm>
          <a:prstGeom prst="rect">
            <a:avLst/>
          </a:prstGeom>
          <a:noFill/>
          <a:ln w="0">
            <a:noFill/>
          </a:ln>
        </p:spPr>
        <p:txBody>
          <a:bodyPr lIns="91440" tIns="91440" rIns="91440" bIns="91440" anchor="t">
            <a:normAutofit fontScale="90000"/>
          </a:bodyPr>
          <a:lstStyle/>
          <a:p>
            <a:pPr indent="0" algn="r">
              <a:lnSpc>
                <a:spcPct val="100000"/>
              </a:lnSpc>
              <a:buNone/>
              <a:tabLst>
                <a:tab pos="0" algn="l"/>
              </a:tabLst>
            </a:pPr>
            <a:r>
              <a:rPr lang="en" sz="7000" b="1" strike="noStrike" spc="-1" dirty="0">
                <a:solidFill>
                  <a:schemeClr val="accent1"/>
                </a:solidFill>
                <a:latin typeface="Vidaloka"/>
                <a:ea typeface="Vidaloka"/>
              </a:rPr>
              <a:t>05</a:t>
            </a:r>
            <a:endParaRPr lang="fr-FR" sz="7000" b="1" strike="noStrike" spc="-1" dirty="0">
              <a:solidFill>
                <a:schemeClr val="dk1"/>
              </a:solidFill>
              <a:latin typeface="Arial"/>
            </a:endParaRPr>
          </a:p>
        </p:txBody>
      </p:sp>
      <p:sp>
        <p:nvSpPr>
          <p:cNvPr id="341" name="PlaceHolder 3"/>
          <p:cNvSpPr>
            <a:spLocks noGrp="1"/>
          </p:cNvSpPr>
          <p:nvPr>
            <p:ph type="subTitle"/>
          </p:nvPr>
        </p:nvSpPr>
        <p:spPr>
          <a:xfrm>
            <a:off x="-1171066" y="3071700"/>
            <a:ext cx="249231" cy="390240"/>
          </a:xfrm>
          <a:prstGeom prst="rect">
            <a:avLst/>
          </a:prstGeom>
          <a:noFill/>
          <a:ln w="0">
            <a:noFill/>
          </a:ln>
        </p:spPr>
        <p:txBody>
          <a:bodyPr lIns="91440" tIns="91440" rIns="91440" bIns="91440" anchor="t">
            <a:normAutofit/>
          </a:bodyPr>
          <a:lstStyle/>
          <a:p>
            <a:pPr indent="0" algn="ctr">
              <a:buNone/>
            </a:pPr>
            <a:r>
              <a:rPr lang="en-US" sz="1400" b="0" strike="noStrike" spc="-1" dirty="0">
                <a:solidFill>
                  <a:schemeClr val="dk1"/>
                </a:solidFill>
                <a:latin typeface="Montserrat"/>
                <a:ea typeface="Montserrat"/>
              </a:rPr>
              <a:t>a</a:t>
            </a:r>
          </a:p>
        </p:txBody>
      </p:sp>
      <p:sp>
        <p:nvSpPr>
          <p:cNvPr id="2" name="Google Shape;238;p20">
            <a:extLst>
              <a:ext uri="{FF2B5EF4-FFF2-40B4-BE49-F238E27FC236}">
                <a16:creationId xmlns:a16="http://schemas.microsoft.com/office/drawing/2014/main" id="{AD241E52-EADF-92C6-4184-B8E605E8869A}"/>
              </a:ext>
            </a:extLst>
          </p:cNvPr>
          <p:cNvSpPr txBox="1"/>
          <p:nvPr/>
        </p:nvSpPr>
        <p:spPr>
          <a:xfrm>
            <a:off x="465725" y="2057928"/>
            <a:ext cx="1463100" cy="597000"/>
          </a:xfrm>
          <a:prstGeom prst="rect">
            <a:avLst/>
          </a:prstGeom>
          <a:noFill/>
          <a:ln>
            <a:noFill/>
          </a:ln>
        </p:spPr>
        <p:txBody>
          <a:bodyPr spcFirstLastPara="1" wrap="square" lIns="91425" tIns="91425" rIns="91425" bIns="91425" anchor="b" anchorCtr="0">
            <a:noAutofit/>
          </a:bodyPr>
          <a:lstStyle/>
          <a:p>
            <a:pPr algn="ctr">
              <a:buClr>
                <a:srgbClr val="000000"/>
              </a:buClr>
              <a:buFont typeface="Arial"/>
              <a:buNone/>
            </a:pPr>
            <a:r>
              <a:rPr lang="en" sz="1200" spc="-1" dirty="0">
                <a:solidFill>
                  <a:schemeClr val="dk1"/>
                </a:solidFill>
                <a:latin typeface="Montserrat Medium" panose="00000600000000000000" pitchFamily="2" charset="0"/>
                <a:ea typeface="Vidaloka"/>
              </a:rPr>
              <a:t>Dynamic visibility course</a:t>
            </a:r>
            <a:endParaRPr sz="1200" kern="0" dirty="0">
              <a:solidFill>
                <a:srgbClr val="000000"/>
              </a:solidFill>
              <a:latin typeface="Montserrat Medium" panose="00000600000000000000" pitchFamily="2" charset="0"/>
              <a:ea typeface="Montserrat Medium"/>
              <a:cs typeface="Montserrat Medium"/>
              <a:sym typeface="Montserrat Medium"/>
            </a:endParaRPr>
          </a:p>
        </p:txBody>
      </p:sp>
      <p:sp>
        <p:nvSpPr>
          <p:cNvPr id="3" name="Google Shape;239;p20">
            <a:extLst>
              <a:ext uri="{FF2B5EF4-FFF2-40B4-BE49-F238E27FC236}">
                <a16:creationId xmlns:a16="http://schemas.microsoft.com/office/drawing/2014/main" id="{1AEBB350-F512-03C5-FBD0-E00F71BC748B}"/>
              </a:ext>
            </a:extLst>
          </p:cNvPr>
          <p:cNvSpPr txBox="1"/>
          <p:nvPr/>
        </p:nvSpPr>
        <p:spPr>
          <a:xfrm>
            <a:off x="465725" y="2624098"/>
            <a:ext cx="1463100" cy="461475"/>
          </a:xfrm>
          <a:prstGeom prst="rect">
            <a:avLst/>
          </a:prstGeom>
          <a:noFill/>
          <a:ln>
            <a:noFill/>
          </a:ln>
        </p:spPr>
        <p:txBody>
          <a:bodyPr spcFirstLastPara="1" wrap="square" lIns="91425" tIns="91425" rIns="91425" bIns="91425" anchor="t" anchorCtr="0">
            <a:noAutofit/>
          </a:bodyPr>
          <a:lstStyle/>
          <a:p>
            <a:pPr algn="ctr">
              <a:buClr>
                <a:srgbClr val="000000"/>
              </a:buClr>
              <a:buFont typeface="Arial"/>
              <a:buNone/>
            </a:pPr>
            <a:r>
              <a:rPr lang="en-US" sz="1400" kern="0" dirty="0">
                <a:solidFill>
                  <a:srgbClr val="000000"/>
                </a:solidFill>
                <a:latin typeface="Montserrat SemiBold"/>
                <a:ea typeface="Montserrat SemiBold"/>
                <a:cs typeface="Montserrat SemiBold"/>
                <a:sym typeface="Montserrat SemiBold"/>
              </a:rPr>
              <a:t>Feature 1</a:t>
            </a:r>
            <a:endParaRPr sz="1400" kern="0" dirty="0">
              <a:solidFill>
                <a:srgbClr val="000000"/>
              </a:solidFill>
              <a:latin typeface="Montserrat SemiBold"/>
              <a:ea typeface="Montserrat SemiBold"/>
              <a:cs typeface="Montserrat SemiBold"/>
              <a:sym typeface="Montserrat SemiBold"/>
            </a:endParaRPr>
          </a:p>
        </p:txBody>
      </p:sp>
      <p:sp>
        <p:nvSpPr>
          <p:cNvPr id="4" name="Google Shape;240;p20">
            <a:extLst>
              <a:ext uri="{FF2B5EF4-FFF2-40B4-BE49-F238E27FC236}">
                <a16:creationId xmlns:a16="http://schemas.microsoft.com/office/drawing/2014/main" id="{22F25109-F9A2-C4CC-D8A4-A53CBBCA422A}"/>
              </a:ext>
            </a:extLst>
          </p:cNvPr>
          <p:cNvSpPr txBox="1"/>
          <p:nvPr/>
        </p:nvSpPr>
        <p:spPr>
          <a:xfrm>
            <a:off x="3840456" y="2057928"/>
            <a:ext cx="1463100" cy="722443"/>
          </a:xfrm>
          <a:prstGeom prst="rect">
            <a:avLst/>
          </a:prstGeom>
          <a:noFill/>
          <a:ln>
            <a:noFill/>
          </a:ln>
        </p:spPr>
        <p:txBody>
          <a:bodyPr spcFirstLastPara="1" wrap="square" lIns="91425" tIns="91425" rIns="91425" bIns="91425" anchor="b" anchorCtr="0">
            <a:noAutofit/>
          </a:bodyPr>
          <a:lstStyle/>
          <a:p>
            <a:pPr algn="ctr">
              <a:buClr>
                <a:srgbClr val="000000"/>
              </a:buClr>
              <a:buFont typeface="Arial"/>
              <a:buNone/>
            </a:pPr>
            <a:r>
              <a:rPr lang="en" sz="1200" b="0" strike="noStrike" spc="-1" dirty="0">
                <a:solidFill>
                  <a:schemeClr val="dk1"/>
                </a:solidFill>
                <a:latin typeface="Montserrat Medium" panose="00000600000000000000" pitchFamily="2" charset="0"/>
                <a:ea typeface="Vidaloka"/>
              </a:rPr>
              <a:t>Audit-ready report generation</a:t>
            </a:r>
            <a:endParaRPr sz="1200" kern="0" dirty="0">
              <a:solidFill>
                <a:srgbClr val="000000"/>
              </a:solidFill>
              <a:latin typeface="Montserrat Medium" panose="00000600000000000000" pitchFamily="2" charset="0"/>
              <a:ea typeface="Montserrat Medium"/>
              <a:cs typeface="Montserrat Medium"/>
              <a:sym typeface="Montserrat Medium"/>
            </a:endParaRPr>
          </a:p>
        </p:txBody>
      </p:sp>
      <p:sp>
        <p:nvSpPr>
          <p:cNvPr id="5" name="Google Shape;241;p20">
            <a:extLst>
              <a:ext uri="{FF2B5EF4-FFF2-40B4-BE49-F238E27FC236}">
                <a16:creationId xmlns:a16="http://schemas.microsoft.com/office/drawing/2014/main" id="{BAFFB04E-BB3F-A318-F576-ECD0A3C58618}"/>
              </a:ext>
            </a:extLst>
          </p:cNvPr>
          <p:cNvSpPr txBox="1"/>
          <p:nvPr/>
        </p:nvSpPr>
        <p:spPr>
          <a:xfrm>
            <a:off x="3840450" y="2711081"/>
            <a:ext cx="1463100" cy="374492"/>
          </a:xfrm>
          <a:prstGeom prst="rect">
            <a:avLst/>
          </a:prstGeom>
          <a:noFill/>
          <a:ln>
            <a:noFill/>
          </a:ln>
        </p:spPr>
        <p:txBody>
          <a:bodyPr spcFirstLastPara="1" wrap="square" lIns="91425" tIns="91425" rIns="91425" bIns="91425" anchor="t" anchorCtr="0">
            <a:noAutofit/>
          </a:bodyPr>
          <a:lstStyle/>
          <a:p>
            <a:pPr algn="ctr">
              <a:buClr>
                <a:srgbClr val="000000"/>
              </a:buClr>
              <a:buSzPts val="1100"/>
              <a:buFont typeface="Arial"/>
              <a:buNone/>
            </a:pPr>
            <a:r>
              <a:rPr lang="en" sz="1400" kern="0" dirty="0">
                <a:solidFill>
                  <a:srgbClr val="000000"/>
                </a:solidFill>
                <a:latin typeface="Montserrat SemiBold"/>
                <a:ea typeface="Montserrat SemiBold"/>
                <a:cs typeface="Montserrat SemiBold"/>
                <a:sym typeface="Montserrat SemiBold"/>
              </a:rPr>
              <a:t>Feature 3</a:t>
            </a:r>
            <a:endParaRPr sz="1400" kern="0" dirty="0">
              <a:solidFill>
                <a:srgbClr val="000000"/>
              </a:solidFill>
              <a:latin typeface="Montserrat SemiBold"/>
              <a:ea typeface="Montserrat SemiBold"/>
              <a:cs typeface="Montserrat SemiBold"/>
              <a:sym typeface="Montserrat SemiBold"/>
            </a:endParaRPr>
          </a:p>
        </p:txBody>
      </p:sp>
      <p:sp>
        <p:nvSpPr>
          <p:cNvPr id="6" name="Google Shape;242;p20">
            <a:extLst>
              <a:ext uri="{FF2B5EF4-FFF2-40B4-BE49-F238E27FC236}">
                <a16:creationId xmlns:a16="http://schemas.microsoft.com/office/drawing/2014/main" id="{9CCC896F-AF26-5D84-7E2D-90B7BE331974}"/>
              </a:ext>
            </a:extLst>
          </p:cNvPr>
          <p:cNvSpPr txBox="1"/>
          <p:nvPr/>
        </p:nvSpPr>
        <p:spPr>
          <a:xfrm>
            <a:off x="2153091" y="2472900"/>
            <a:ext cx="1463100" cy="598800"/>
          </a:xfrm>
          <a:prstGeom prst="rect">
            <a:avLst/>
          </a:prstGeom>
          <a:noFill/>
          <a:ln>
            <a:noFill/>
          </a:ln>
        </p:spPr>
        <p:txBody>
          <a:bodyPr spcFirstLastPara="1" wrap="square" lIns="91425" tIns="91425" rIns="91425" bIns="91425" anchor="t" anchorCtr="0">
            <a:noAutofit/>
          </a:bodyPr>
          <a:lstStyle/>
          <a:p>
            <a:pPr algn="ctr">
              <a:buClr>
                <a:srgbClr val="000000"/>
              </a:buClr>
              <a:buFont typeface="Arial"/>
              <a:buNone/>
            </a:pPr>
            <a:r>
              <a:rPr lang="en" sz="1200" b="0" strike="noStrike" spc="-1" dirty="0">
                <a:solidFill>
                  <a:schemeClr val="dk1"/>
                </a:solidFill>
                <a:latin typeface="Montserrat Medium" panose="00000600000000000000" pitchFamily="2" charset="0"/>
                <a:ea typeface="Vidaloka"/>
              </a:rPr>
              <a:t>Role-based access control</a:t>
            </a:r>
            <a:endParaRPr sz="1200" kern="0" dirty="0">
              <a:solidFill>
                <a:srgbClr val="000000"/>
              </a:solidFill>
              <a:latin typeface="Montserrat Medium" panose="00000600000000000000" pitchFamily="2" charset="0"/>
              <a:ea typeface="Montserrat Medium"/>
              <a:cs typeface="Montserrat Medium"/>
              <a:sym typeface="Montserrat Medium"/>
            </a:endParaRPr>
          </a:p>
        </p:txBody>
      </p:sp>
      <p:sp>
        <p:nvSpPr>
          <p:cNvPr id="7" name="Google Shape;243;p20">
            <a:extLst>
              <a:ext uri="{FF2B5EF4-FFF2-40B4-BE49-F238E27FC236}">
                <a16:creationId xmlns:a16="http://schemas.microsoft.com/office/drawing/2014/main" id="{6672A7DA-2B43-C856-95AF-765516CD9B42}"/>
              </a:ext>
            </a:extLst>
          </p:cNvPr>
          <p:cNvSpPr txBox="1"/>
          <p:nvPr/>
        </p:nvSpPr>
        <p:spPr>
          <a:xfrm>
            <a:off x="2153081" y="2037791"/>
            <a:ext cx="1463100" cy="457800"/>
          </a:xfrm>
          <a:prstGeom prst="rect">
            <a:avLst/>
          </a:prstGeom>
          <a:noFill/>
          <a:ln>
            <a:noFill/>
          </a:ln>
        </p:spPr>
        <p:txBody>
          <a:bodyPr spcFirstLastPara="1" wrap="square" lIns="91425" tIns="91425" rIns="91425" bIns="91425" anchor="b" anchorCtr="0">
            <a:noAutofit/>
          </a:bodyPr>
          <a:lstStyle/>
          <a:p>
            <a:pPr algn="ctr">
              <a:buClr>
                <a:srgbClr val="000000"/>
              </a:buClr>
              <a:buFont typeface="Arial"/>
              <a:buNone/>
            </a:pPr>
            <a:r>
              <a:rPr lang="en-US" sz="1400" kern="0" dirty="0">
                <a:solidFill>
                  <a:srgbClr val="000000"/>
                </a:solidFill>
                <a:latin typeface="Montserrat SemiBold"/>
                <a:ea typeface="Montserrat SemiBold"/>
                <a:cs typeface="Montserrat SemiBold"/>
                <a:sym typeface="Montserrat SemiBold"/>
              </a:rPr>
              <a:t>Feature 2</a:t>
            </a:r>
            <a:endParaRPr sz="1400" kern="0" dirty="0">
              <a:solidFill>
                <a:srgbClr val="000000"/>
              </a:solidFill>
              <a:latin typeface="Montserrat SemiBold"/>
              <a:ea typeface="Montserrat SemiBold"/>
              <a:cs typeface="Montserrat SemiBold"/>
              <a:sym typeface="Montserrat SemiBold"/>
            </a:endParaRPr>
          </a:p>
        </p:txBody>
      </p:sp>
      <p:sp>
        <p:nvSpPr>
          <p:cNvPr id="8" name="Google Shape;248;p20">
            <a:extLst>
              <a:ext uri="{FF2B5EF4-FFF2-40B4-BE49-F238E27FC236}">
                <a16:creationId xmlns:a16="http://schemas.microsoft.com/office/drawing/2014/main" id="{BB30D592-D6C7-4876-075B-22BA02994FB9}"/>
              </a:ext>
            </a:extLst>
          </p:cNvPr>
          <p:cNvSpPr/>
          <p:nvPr/>
        </p:nvSpPr>
        <p:spPr>
          <a:xfrm>
            <a:off x="972875" y="3747534"/>
            <a:ext cx="448800" cy="44880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Montserrat SemiBold"/>
                <a:ea typeface="Montserrat SemiBold"/>
                <a:cs typeface="Montserrat SemiBold"/>
                <a:sym typeface="Montserrat SemiBold"/>
              </a:rPr>
              <a:t>A</a:t>
            </a:r>
            <a:endParaRPr kumimoji="0" sz="1400" b="0" i="0" u="none" strike="noStrike" kern="0" cap="none" spc="0" normalizeH="0" baseline="0" noProof="0">
              <a:ln>
                <a:noFill/>
              </a:ln>
              <a:solidFill>
                <a:srgbClr val="000000"/>
              </a:solidFill>
              <a:effectLst/>
              <a:uLnTx/>
              <a:uFillTx/>
              <a:latin typeface="Montserrat SemiBold"/>
              <a:ea typeface="Montserrat SemiBold"/>
              <a:cs typeface="Montserrat SemiBold"/>
              <a:sym typeface="Montserrat SemiBold"/>
            </a:endParaRPr>
          </a:p>
        </p:txBody>
      </p:sp>
      <p:cxnSp>
        <p:nvCxnSpPr>
          <p:cNvPr id="9" name="Google Shape;249;p20">
            <a:extLst>
              <a:ext uri="{FF2B5EF4-FFF2-40B4-BE49-F238E27FC236}">
                <a16:creationId xmlns:a16="http://schemas.microsoft.com/office/drawing/2014/main" id="{73F74EB0-982A-CAAA-9BC4-B65B0874E3CF}"/>
              </a:ext>
            </a:extLst>
          </p:cNvPr>
          <p:cNvCxnSpPr>
            <a:cxnSpLocks/>
            <a:stCxn id="3" idx="2"/>
            <a:endCxn id="8" idx="0"/>
          </p:cNvCxnSpPr>
          <p:nvPr/>
        </p:nvCxnSpPr>
        <p:spPr>
          <a:xfrm>
            <a:off x="1197275" y="3085573"/>
            <a:ext cx="0" cy="661961"/>
          </a:xfrm>
          <a:prstGeom prst="straightConnector1">
            <a:avLst/>
          </a:prstGeom>
          <a:noFill/>
          <a:ln w="9525" cap="flat" cmpd="sng">
            <a:solidFill>
              <a:srgbClr val="000000"/>
            </a:solidFill>
            <a:prstDash val="solid"/>
            <a:round/>
            <a:headEnd type="triangle" w="med" len="med"/>
            <a:tailEnd type="none" w="med" len="med"/>
          </a:ln>
        </p:spPr>
      </p:cxnSp>
      <p:sp>
        <p:nvSpPr>
          <p:cNvPr id="10" name="Google Shape;250;p20">
            <a:extLst>
              <a:ext uri="{FF2B5EF4-FFF2-40B4-BE49-F238E27FC236}">
                <a16:creationId xmlns:a16="http://schemas.microsoft.com/office/drawing/2014/main" id="{5D681285-F5D6-EF10-3109-F93B8C848DF2}"/>
              </a:ext>
            </a:extLst>
          </p:cNvPr>
          <p:cNvSpPr/>
          <p:nvPr/>
        </p:nvSpPr>
        <p:spPr>
          <a:xfrm>
            <a:off x="898775" y="916145"/>
            <a:ext cx="597000" cy="597000"/>
          </a:xfrm>
          <a:prstGeom prst="ellipse">
            <a:avLst/>
          </a:prstGeom>
          <a:solidFill>
            <a:srgbClr val="FFEDA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Montserrat SemiBold"/>
                <a:ea typeface="Montserrat SemiBold"/>
                <a:cs typeface="Montserrat SemiBold"/>
                <a:sym typeface="Montserrat SemiBold"/>
              </a:rPr>
              <a:t>1</a:t>
            </a:r>
            <a:endParaRPr kumimoji="0" sz="1400" b="0" i="0" u="none" strike="noStrike" kern="0" cap="none" spc="0" normalizeH="0" baseline="0" noProof="0">
              <a:ln>
                <a:noFill/>
              </a:ln>
              <a:solidFill>
                <a:srgbClr val="000000"/>
              </a:solidFill>
              <a:effectLst/>
              <a:uLnTx/>
              <a:uFillTx/>
              <a:latin typeface="Montserrat SemiBold"/>
              <a:ea typeface="Montserrat SemiBold"/>
              <a:cs typeface="Montserrat SemiBold"/>
              <a:sym typeface="Montserrat SemiBold"/>
            </a:endParaRPr>
          </a:p>
        </p:txBody>
      </p:sp>
      <p:cxnSp>
        <p:nvCxnSpPr>
          <p:cNvPr id="11" name="Google Shape;251;p20">
            <a:extLst>
              <a:ext uri="{FF2B5EF4-FFF2-40B4-BE49-F238E27FC236}">
                <a16:creationId xmlns:a16="http://schemas.microsoft.com/office/drawing/2014/main" id="{3038A8E9-7899-FD00-4312-2F392DF57142}"/>
              </a:ext>
            </a:extLst>
          </p:cNvPr>
          <p:cNvCxnSpPr>
            <a:cxnSpLocks/>
            <a:stCxn id="10" idx="4"/>
            <a:endCxn id="2" idx="0"/>
          </p:cNvCxnSpPr>
          <p:nvPr/>
        </p:nvCxnSpPr>
        <p:spPr>
          <a:xfrm>
            <a:off x="1197275" y="1513145"/>
            <a:ext cx="0" cy="544783"/>
          </a:xfrm>
          <a:prstGeom prst="straightConnector1">
            <a:avLst/>
          </a:prstGeom>
          <a:noFill/>
          <a:ln w="9525" cap="flat" cmpd="sng">
            <a:solidFill>
              <a:srgbClr val="000000"/>
            </a:solidFill>
            <a:prstDash val="solid"/>
            <a:round/>
            <a:headEnd type="none" w="med" len="med"/>
            <a:tailEnd type="triangle" w="med" len="med"/>
          </a:ln>
        </p:spPr>
      </p:cxnSp>
      <p:sp>
        <p:nvSpPr>
          <p:cNvPr id="12" name="Google Shape;252;p20">
            <a:extLst>
              <a:ext uri="{FF2B5EF4-FFF2-40B4-BE49-F238E27FC236}">
                <a16:creationId xmlns:a16="http://schemas.microsoft.com/office/drawing/2014/main" id="{6F27EDD7-83CB-1681-A4C2-A5DF23FCC3A3}"/>
              </a:ext>
            </a:extLst>
          </p:cNvPr>
          <p:cNvSpPr/>
          <p:nvPr/>
        </p:nvSpPr>
        <p:spPr>
          <a:xfrm>
            <a:off x="2586356" y="3673413"/>
            <a:ext cx="597000" cy="597000"/>
          </a:xfrm>
          <a:prstGeom prst="ellipse">
            <a:avLst/>
          </a:prstGeom>
          <a:solidFill>
            <a:srgbClr val="A6BB74"/>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Montserrat SemiBold"/>
                <a:ea typeface="Montserrat SemiBold"/>
                <a:cs typeface="Montserrat SemiBold"/>
                <a:sym typeface="Montserrat SemiBold"/>
              </a:rPr>
              <a:t>2</a:t>
            </a:r>
            <a:endParaRPr kumimoji="0" sz="1400" b="0" i="0" u="none" strike="noStrike" kern="0" cap="none" spc="0" normalizeH="0" baseline="0" noProof="0">
              <a:ln>
                <a:noFill/>
              </a:ln>
              <a:solidFill>
                <a:srgbClr val="000000"/>
              </a:solidFill>
              <a:effectLst/>
              <a:uLnTx/>
              <a:uFillTx/>
              <a:latin typeface="Montserrat SemiBold"/>
              <a:ea typeface="Montserrat SemiBold"/>
              <a:cs typeface="Montserrat SemiBold"/>
              <a:sym typeface="Montserrat SemiBold"/>
            </a:endParaRPr>
          </a:p>
        </p:txBody>
      </p:sp>
      <p:sp>
        <p:nvSpPr>
          <p:cNvPr id="13" name="Google Shape;253;p20">
            <a:extLst>
              <a:ext uri="{FF2B5EF4-FFF2-40B4-BE49-F238E27FC236}">
                <a16:creationId xmlns:a16="http://schemas.microsoft.com/office/drawing/2014/main" id="{4FC11436-E7A8-8427-76BB-7C8D04D5C27C}"/>
              </a:ext>
            </a:extLst>
          </p:cNvPr>
          <p:cNvSpPr/>
          <p:nvPr/>
        </p:nvSpPr>
        <p:spPr>
          <a:xfrm>
            <a:off x="2660450" y="990259"/>
            <a:ext cx="448800" cy="44880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Montserrat SemiBold"/>
                <a:ea typeface="Montserrat SemiBold"/>
                <a:cs typeface="Montserrat SemiBold"/>
                <a:sym typeface="Montserrat SemiBold"/>
              </a:rPr>
              <a:t>B</a:t>
            </a:r>
            <a:endParaRPr kumimoji="0" sz="1400" b="0" i="0" u="none" strike="noStrike" kern="0" cap="none" spc="0" normalizeH="0" baseline="0" noProof="0">
              <a:ln>
                <a:noFill/>
              </a:ln>
              <a:solidFill>
                <a:srgbClr val="000000"/>
              </a:solidFill>
              <a:effectLst/>
              <a:uLnTx/>
              <a:uFillTx/>
              <a:latin typeface="Montserrat SemiBold"/>
              <a:ea typeface="Montserrat SemiBold"/>
              <a:cs typeface="Montserrat SemiBold"/>
              <a:sym typeface="Montserrat SemiBold"/>
            </a:endParaRPr>
          </a:p>
        </p:txBody>
      </p:sp>
      <p:cxnSp>
        <p:nvCxnSpPr>
          <p:cNvPr id="14" name="Google Shape;254;p20">
            <a:extLst>
              <a:ext uri="{FF2B5EF4-FFF2-40B4-BE49-F238E27FC236}">
                <a16:creationId xmlns:a16="http://schemas.microsoft.com/office/drawing/2014/main" id="{39C447D7-A8E3-537C-896E-C5E66AACB879}"/>
              </a:ext>
            </a:extLst>
          </p:cNvPr>
          <p:cNvCxnSpPr>
            <a:stCxn id="8" idx="6"/>
            <a:endCxn id="13" idx="2"/>
          </p:cNvCxnSpPr>
          <p:nvPr/>
        </p:nvCxnSpPr>
        <p:spPr>
          <a:xfrm rot="10800000" flipH="1">
            <a:off x="1421675" y="1214634"/>
            <a:ext cx="1238700" cy="2757300"/>
          </a:xfrm>
          <a:prstGeom prst="bentConnector3">
            <a:avLst>
              <a:gd name="adj1" fmla="val 50003"/>
            </a:avLst>
          </a:prstGeom>
          <a:noFill/>
          <a:ln w="9525" cap="flat" cmpd="sng">
            <a:solidFill>
              <a:srgbClr val="000000"/>
            </a:solidFill>
            <a:prstDash val="dot"/>
            <a:round/>
            <a:headEnd type="none" w="med" len="med"/>
            <a:tailEnd type="diamond" w="med" len="med"/>
          </a:ln>
        </p:spPr>
      </p:cxnSp>
      <p:cxnSp>
        <p:nvCxnSpPr>
          <p:cNvPr id="15" name="Google Shape;255;p20">
            <a:extLst>
              <a:ext uri="{FF2B5EF4-FFF2-40B4-BE49-F238E27FC236}">
                <a16:creationId xmlns:a16="http://schemas.microsoft.com/office/drawing/2014/main" id="{C48571FD-9254-7E6D-B974-D49487F42349}"/>
              </a:ext>
            </a:extLst>
          </p:cNvPr>
          <p:cNvCxnSpPr>
            <a:cxnSpLocks/>
            <a:stCxn id="12" idx="0"/>
            <a:endCxn id="6" idx="2"/>
          </p:cNvCxnSpPr>
          <p:nvPr/>
        </p:nvCxnSpPr>
        <p:spPr>
          <a:xfrm flipH="1" flipV="1">
            <a:off x="2884641" y="3071700"/>
            <a:ext cx="215" cy="601713"/>
          </a:xfrm>
          <a:prstGeom prst="straightConnector1">
            <a:avLst/>
          </a:prstGeom>
          <a:noFill/>
          <a:ln w="9525" cap="flat" cmpd="sng">
            <a:solidFill>
              <a:srgbClr val="000000"/>
            </a:solidFill>
            <a:prstDash val="solid"/>
            <a:round/>
            <a:headEnd type="none" w="med" len="med"/>
            <a:tailEnd type="triangle" w="med" len="med"/>
          </a:ln>
        </p:spPr>
      </p:cxnSp>
      <p:sp>
        <p:nvSpPr>
          <p:cNvPr id="16" name="Google Shape;256;p20">
            <a:extLst>
              <a:ext uri="{FF2B5EF4-FFF2-40B4-BE49-F238E27FC236}">
                <a16:creationId xmlns:a16="http://schemas.microsoft.com/office/drawing/2014/main" id="{2CC7316E-A3B7-9A29-BE00-3BEDED9EB230}"/>
              </a:ext>
            </a:extLst>
          </p:cNvPr>
          <p:cNvSpPr/>
          <p:nvPr/>
        </p:nvSpPr>
        <p:spPr>
          <a:xfrm>
            <a:off x="4347500" y="3747521"/>
            <a:ext cx="448800" cy="44880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Montserrat SemiBold"/>
                <a:ea typeface="Montserrat SemiBold"/>
                <a:cs typeface="Montserrat SemiBold"/>
                <a:sym typeface="Montserrat SemiBold"/>
              </a:rPr>
              <a:t>C</a:t>
            </a:r>
            <a:endParaRPr kumimoji="0" sz="1400" b="0" i="0" u="none" strike="noStrike" kern="0" cap="none" spc="0" normalizeH="0" baseline="0" noProof="0">
              <a:ln>
                <a:noFill/>
              </a:ln>
              <a:solidFill>
                <a:srgbClr val="000000"/>
              </a:solidFill>
              <a:effectLst/>
              <a:uLnTx/>
              <a:uFillTx/>
              <a:latin typeface="Montserrat SemiBold"/>
              <a:ea typeface="Montserrat SemiBold"/>
              <a:cs typeface="Montserrat SemiBold"/>
              <a:sym typeface="Montserrat SemiBold"/>
            </a:endParaRPr>
          </a:p>
        </p:txBody>
      </p:sp>
      <p:cxnSp>
        <p:nvCxnSpPr>
          <p:cNvPr id="17" name="Google Shape;257;p20">
            <a:extLst>
              <a:ext uri="{FF2B5EF4-FFF2-40B4-BE49-F238E27FC236}">
                <a16:creationId xmlns:a16="http://schemas.microsoft.com/office/drawing/2014/main" id="{5205F508-D0DD-6702-6A02-1F04CA0D0F48}"/>
              </a:ext>
            </a:extLst>
          </p:cNvPr>
          <p:cNvCxnSpPr>
            <a:cxnSpLocks/>
            <a:stCxn id="5" idx="2"/>
            <a:endCxn id="16" idx="0"/>
          </p:cNvCxnSpPr>
          <p:nvPr/>
        </p:nvCxnSpPr>
        <p:spPr>
          <a:xfrm flipH="1">
            <a:off x="4571900" y="3085573"/>
            <a:ext cx="100" cy="661948"/>
          </a:xfrm>
          <a:prstGeom prst="straightConnector1">
            <a:avLst/>
          </a:prstGeom>
          <a:noFill/>
          <a:ln w="9525" cap="flat" cmpd="sng">
            <a:solidFill>
              <a:srgbClr val="000000"/>
            </a:solidFill>
            <a:prstDash val="solid"/>
            <a:round/>
            <a:headEnd type="triangle" w="med" len="med"/>
            <a:tailEnd type="none" w="med" len="med"/>
          </a:ln>
        </p:spPr>
      </p:cxnSp>
      <p:sp>
        <p:nvSpPr>
          <p:cNvPr id="18" name="Google Shape;258;p20">
            <a:extLst>
              <a:ext uri="{FF2B5EF4-FFF2-40B4-BE49-F238E27FC236}">
                <a16:creationId xmlns:a16="http://schemas.microsoft.com/office/drawing/2014/main" id="{2E59400C-EEB1-6529-DFB6-1CFB7C303639}"/>
              </a:ext>
            </a:extLst>
          </p:cNvPr>
          <p:cNvSpPr/>
          <p:nvPr/>
        </p:nvSpPr>
        <p:spPr>
          <a:xfrm>
            <a:off x="4273406" y="916145"/>
            <a:ext cx="597000" cy="597000"/>
          </a:xfrm>
          <a:prstGeom prst="ellipse">
            <a:avLst/>
          </a:prstGeom>
          <a:solidFill>
            <a:srgbClr val="8EC5CC"/>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000000"/>
                </a:solidFill>
                <a:effectLst/>
                <a:uLnTx/>
                <a:uFillTx/>
                <a:latin typeface="Montserrat SemiBold"/>
                <a:ea typeface="Montserrat SemiBold"/>
                <a:cs typeface="Montserrat SemiBold"/>
                <a:sym typeface="Montserrat SemiBold"/>
              </a:rPr>
              <a:t>3</a:t>
            </a:r>
            <a:endParaRPr kumimoji="0" sz="1400" b="0" i="0" u="none" strike="noStrike" kern="0" cap="none" spc="0" normalizeH="0" baseline="0" noProof="0">
              <a:ln>
                <a:noFill/>
              </a:ln>
              <a:solidFill>
                <a:srgbClr val="000000"/>
              </a:solidFill>
              <a:effectLst/>
              <a:uLnTx/>
              <a:uFillTx/>
              <a:latin typeface="Montserrat SemiBold"/>
              <a:ea typeface="Montserrat SemiBold"/>
              <a:cs typeface="Montserrat SemiBold"/>
              <a:sym typeface="Montserrat SemiBold"/>
            </a:endParaRPr>
          </a:p>
        </p:txBody>
      </p:sp>
      <p:cxnSp>
        <p:nvCxnSpPr>
          <p:cNvPr id="19" name="Google Shape;259;p20">
            <a:extLst>
              <a:ext uri="{FF2B5EF4-FFF2-40B4-BE49-F238E27FC236}">
                <a16:creationId xmlns:a16="http://schemas.microsoft.com/office/drawing/2014/main" id="{0BA200B2-6EAC-AA4A-344B-08F8FAD4E2BC}"/>
              </a:ext>
            </a:extLst>
          </p:cNvPr>
          <p:cNvCxnSpPr>
            <a:cxnSpLocks/>
            <a:stCxn id="18" idx="4"/>
            <a:endCxn id="4" idx="0"/>
          </p:cNvCxnSpPr>
          <p:nvPr/>
        </p:nvCxnSpPr>
        <p:spPr>
          <a:xfrm>
            <a:off x="4571906" y="1513145"/>
            <a:ext cx="100" cy="544783"/>
          </a:xfrm>
          <a:prstGeom prst="straightConnector1">
            <a:avLst/>
          </a:prstGeom>
          <a:noFill/>
          <a:ln w="9525" cap="flat" cmpd="sng">
            <a:solidFill>
              <a:srgbClr val="000000"/>
            </a:solidFill>
            <a:prstDash val="solid"/>
            <a:round/>
            <a:headEnd type="none" w="med" len="med"/>
            <a:tailEnd type="triangle" w="med" len="med"/>
          </a:ln>
        </p:spPr>
      </p:cxnSp>
      <p:cxnSp>
        <p:nvCxnSpPr>
          <p:cNvPr id="20" name="Google Shape;264;p20">
            <a:extLst>
              <a:ext uri="{FF2B5EF4-FFF2-40B4-BE49-F238E27FC236}">
                <a16:creationId xmlns:a16="http://schemas.microsoft.com/office/drawing/2014/main" id="{99BF611D-5A75-9EDA-5AAE-FE4882494DF6}"/>
              </a:ext>
            </a:extLst>
          </p:cNvPr>
          <p:cNvCxnSpPr>
            <a:stCxn id="13" idx="4"/>
            <a:endCxn id="7" idx="0"/>
          </p:cNvCxnSpPr>
          <p:nvPr/>
        </p:nvCxnSpPr>
        <p:spPr>
          <a:xfrm flipH="1">
            <a:off x="2884550" y="1439059"/>
            <a:ext cx="300" cy="598800"/>
          </a:xfrm>
          <a:prstGeom prst="straightConnector1">
            <a:avLst/>
          </a:prstGeom>
          <a:noFill/>
          <a:ln w="9525" cap="flat" cmpd="sng">
            <a:solidFill>
              <a:srgbClr val="000000"/>
            </a:solidFill>
            <a:prstDash val="solid"/>
            <a:round/>
            <a:headEnd type="none" w="med" len="med"/>
            <a:tailEnd type="triangle" w="med" len="med"/>
          </a:ln>
        </p:spPr>
      </p:cxnSp>
      <p:cxnSp>
        <p:nvCxnSpPr>
          <p:cNvPr id="21" name="Google Shape;270;p20">
            <a:extLst>
              <a:ext uri="{FF2B5EF4-FFF2-40B4-BE49-F238E27FC236}">
                <a16:creationId xmlns:a16="http://schemas.microsoft.com/office/drawing/2014/main" id="{5ACD637B-C8FB-BB33-C506-FC63117EF265}"/>
              </a:ext>
            </a:extLst>
          </p:cNvPr>
          <p:cNvCxnSpPr>
            <a:stCxn id="13" idx="6"/>
            <a:endCxn id="16" idx="2"/>
          </p:cNvCxnSpPr>
          <p:nvPr/>
        </p:nvCxnSpPr>
        <p:spPr>
          <a:xfrm>
            <a:off x="3109250" y="1214659"/>
            <a:ext cx="1238400" cy="2757300"/>
          </a:xfrm>
          <a:prstGeom prst="bentConnector3">
            <a:avLst>
              <a:gd name="adj1" fmla="val 49994"/>
            </a:avLst>
          </a:prstGeom>
          <a:noFill/>
          <a:ln w="9525" cap="flat" cmpd="sng">
            <a:solidFill>
              <a:srgbClr val="000000"/>
            </a:solidFill>
            <a:prstDash val="dot"/>
            <a:round/>
            <a:headEnd type="none" w="med" len="med"/>
            <a:tailEnd type="diamond"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 name="PlaceHolder 1"/>
          <p:cNvSpPr>
            <a:spLocks noGrp="1"/>
          </p:cNvSpPr>
          <p:nvPr>
            <p:ph type="title"/>
          </p:nvPr>
        </p:nvSpPr>
        <p:spPr>
          <a:xfrm>
            <a:off x="2300398" y="1209923"/>
            <a:ext cx="4543200" cy="1294920"/>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 sz="3400" b="0" strike="noStrike" spc="-1" dirty="0">
                <a:solidFill>
                  <a:schemeClr val="dk1"/>
                </a:solidFill>
                <a:latin typeface="Vidaloka"/>
                <a:ea typeface="Vidaloka"/>
              </a:rPr>
              <a:t>Dynamic course visibility</a:t>
            </a:r>
            <a:endParaRPr lang="fr-FR" sz="3400" b="0" strike="noStrike" spc="-1" dirty="0">
              <a:solidFill>
                <a:schemeClr val="dk1"/>
              </a:solidFill>
              <a:latin typeface="Arial"/>
            </a:endParaRPr>
          </a:p>
        </p:txBody>
      </p:sp>
      <p:sp>
        <p:nvSpPr>
          <p:cNvPr id="344" name="PlaceHolder 2"/>
          <p:cNvSpPr>
            <a:spLocks noGrp="1"/>
          </p:cNvSpPr>
          <p:nvPr>
            <p:ph type="subTitle"/>
          </p:nvPr>
        </p:nvSpPr>
        <p:spPr>
          <a:xfrm>
            <a:off x="1602057" y="2231480"/>
            <a:ext cx="5939883" cy="1560849"/>
          </a:xfrm>
          <a:prstGeom prst="rect">
            <a:avLst/>
          </a:prstGeom>
          <a:noFill/>
          <a:ln w="0">
            <a:noFill/>
          </a:ln>
        </p:spPr>
        <p:txBody>
          <a:bodyPr lIns="91440" tIns="91440" rIns="91440" bIns="91440" anchor="t">
            <a:noAutofit/>
          </a:bodyPr>
          <a:lstStyle/>
          <a:p>
            <a:pPr indent="0">
              <a:lnSpc>
                <a:spcPct val="100000"/>
              </a:lnSpc>
              <a:buNone/>
              <a:tabLst>
                <a:tab pos="0" algn="l"/>
              </a:tabLst>
            </a:pPr>
            <a:r>
              <a:rPr lang="en" sz="1600" b="0" strike="noStrike" spc="-1" dirty="0">
                <a:solidFill>
                  <a:schemeClr val="dk2"/>
                </a:solidFill>
                <a:latin typeface="Montserrat"/>
                <a:ea typeface="Montserrat"/>
              </a:rPr>
              <a:t>The system enables real-time visibility of course selections based on faculty seniority, ensuring that faculty are aware of remaining available options. This dynamic display promotes efficient decision-making during the selection process.</a:t>
            </a:r>
            <a:endParaRPr lang="en-US" sz="1600" b="0" strike="noStrike" spc="-1" dirty="0">
              <a:solidFill>
                <a:srgbClr val="000000"/>
              </a:solidFill>
              <a:latin typeface="OpenSymbo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 name="PlaceHolder 1"/>
          <p:cNvSpPr>
            <a:spLocks noGrp="1"/>
          </p:cNvSpPr>
          <p:nvPr>
            <p:ph type="subTitle"/>
          </p:nvPr>
        </p:nvSpPr>
        <p:spPr>
          <a:xfrm>
            <a:off x="866878" y="1591589"/>
            <a:ext cx="7410240" cy="2885760"/>
          </a:xfrm>
          <a:prstGeom prst="rect">
            <a:avLst/>
          </a:prstGeom>
          <a:noFill/>
          <a:ln w="0">
            <a:noFill/>
          </a:ln>
        </p:spPr>
        <p:txBody>
          <a:bodyPr lIns="91440" tIns="91440" rIns="91440" bIns="91440" anchor="ctr">
            <a:normAutofit/>
          </a:bodyPr>
          <a:lstStyle/>
          <a:p>
            <a:pPr marL="0" indent="0" algn="ctr">
              <a:lnSpc>
                <a:spcPct val="100000"/>
              </a:lnSpc>
              <a:buNone/>
              <a:tabLst>
                <a:tab pos="0" algn="l"/>
              </a:tabLst>
            </a:pPr>
            <a:r>
              <a:rPr lang="en" sz="1600" b="0" strike="noStrike" spc="-1" dirty="0">
                <a:solidFill>
                  <a:schemeClr val="dk2"/>
                </a:solidFill>
                <a:latin typeface="Montserrat"/>
                <a:ea typeface="Montserrat"/>
              </a:rPr>
              <a:t>Implement a robust role-based access control mechanism to ensure that users have appropriate levels of access to the system. This approach enhances data security and maintains the integrity of course and timetable management.</a:t>
            </a:r>
            <a:endParaRPr lang="en-US" sz="1600" b="0" strike="noStrike" spc="-1" dirty="0">
              <a:solidFill>
                <a:srgbClr val="000000"/>
              </a:solidFill>
              <a:latin typeface="OpenSymbol"/>
            </a:endParaRPr>
          </a:p>
        </p:txBody>
      </p:sp>
      <p:sp>
        <p:nvSpPr>
          <p:cNvPr id="347" name="PlaceHolder 2"/>
          <p:cNvSpPr>
            <a:spLocks noGrp="1"/>
          </p:cNvSpPr>
          <p:nvPr>
            <p:ph type="title"/>
          </p:nvPr>
        </p:nvSpPr>
        <p:spPr>
          <a:xfrm>
            <a:off x="1606055" y="1305929"/>
            <a:ext cx="5931887" cy="57132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3400" b="0" strike="noStrike" spc="-1" dirty="0">
                <a:solidFill>
                  <a:schemeClr val="dk1"/>
                </a:solidFill>
                <a:latin typeface="Vidaloka"/>
                <a:ea typeface="Vidaloka"/>
              </a:rPr>
              <a:t>Role-based access control</a:t>
            </a:r>
            <a:endParaRPr lang="fr-FR" sz="3400" b="0" strike="noStrike" spc="-1" dirty="0">
              <a:solidFill>
                <a:schemeClr val="dk1"/>
              </a:solidFill>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 name="PlaceHolder 1"/>
          <p:cNvSpPr>
            <a:spLocks noGrp="1"/>
          </p:cNvSpPr>
          <p:nvPr>
            <p:ph type="title"/>
          </p:nvPr>
        </p:nvSpPr>
        <p:spPr>
          <a:xfrm>
            <a:off x="1026400" y="1135581"/>
            <a:ext cx="7448040" cy="1294920"/>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 sz="3400" b="0" strike="noStrike" spc="-1" dirty="0">
                <a:solidFill>
                  <a:schemeClr val="dk1"/>
                </a:solidFill>
                <a:latin typeface="Vidaloka"/>
                <a:ea typeface="Vidaloka"/>
              </a:rPr>
              <a:t>Audit-ready report generation</a:t>
            </a:r>
            <a:endParaRPr lang="fr-FR" sz="3400" b="0" strike="noStrike" spc="-1" dirty="0">
              <a:solidFill>
                <a:schemeClr val="dk1"/>
              </a:solidFill>
              <a:latin typeface="Arial"/>
            </a:endParaRPr>
          </a:p>
        </p:txBody>
      </p:sp>
      <p:sp>
        <p:nvSpPr>
          <p:cNvPr id="349" name="PlaceHolder 2"/>
          <p:cNvSpPr>
            <a:spLocks noGrp="1"/>
          </p:cNvSpPr>
          <p:nvPr>
            <p:ph type="subTitle"/>
          </p:nvPr>
        </p:nvSpPr>
        <p:spPr>
          <a:xfrm>
            <a:off x="1338147" y="2206997"/>
            <a:ext cx="6467706" cy="1800922"/>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1600" b="0" strike="noStrike" spc="-1" dirty="0">
                <a:solidFill>
                  <a:schemeClr val="dk2"/>
                </a:solidFill>
                <a:latin typeface="Montserrat"/>
                <a:ea typeface="Montserrat"/>
              </a:rPr>
              <a:t>The system will facilitate the generation of reports that are compliant with audit standards, ensuring that all necessary documentation is readily available for review. This feature supports transparency and accountability within the allocation process.</a:t>
            </a:r>
            <a:endParaRPr lang="en-US" sz="1600" b="0" strike="noStrike" spc="-1" dirty="0">
              <a:solidFill>
                <a:srgbClr val="000000"/>
              </a:solidFill>
              <a:latin typeface="OpenSymbo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 name="PlaceHolder 1"/>
          <p:cNvSpPr>
            <a:spLocks noGrp="1"/>
          </p:cNvSpPr>
          <p:nvPr>
            <p:ph type="title"/>
          </p:nvPr>
        </p:nvSpPr>
        <p:spPr>
          <a:xfrm>
            <a:off x="842937" y="1180187"/>
            <a:ext cx="7448040" cy="1294920"/>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 sz="3400" b="0" strike="noStrike" spc="-1" dirty="0">
                <a:solidFill>
                  <a:schemeClr val="dk1"/>
                </a:solidFill>
                <a:latin typeface="Vidaloka"/>
                <a:ea typeface="Vidaloka"/>
              </a:rPr>
              <a:t>Conclusions</a:t>
            </a:r>
            <a:endParaRPr lang="fr-FR" sz="3400" b="0" strike="noStrike" spc="-1" dirty="0">
              <a:solidFill>
                <a:schemeClr val="dk1"/>
              </a:solidFill>
              <a:latin typeface="Arial"/>
            </a:endParaRPr>
          </a:p>
        </p:txBody>
      </p:sp>
      <p:sp>
        <p:nvSpPr>
          <p:cNvPr id="351" name="PlaceHolder 2"/>
          <p:cNvSpPr>
            <a:spLocks noGrp="1"/>
          </p:cNvSpPr>
          <p:nvPr>
            <p:ph type="subTitle"/>
          </p:nvPr>
        </p:nvSpPr>
        <p:spPr>
          <a:xfrm>
            <a:off x="1351689" y="2140089"/>
            <a:ext cx="6430537" cy="1823224"/>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1600" b="0" strike="noStrike" spc="-1" dirty="0">
                <a:solidFill>
                  <a:schemeClr val="dk2"/>
                </a:solidFill>
                <a:latin typeface="Montserrat"/>
                <a:ea typeface="Montserrat"/>
              </a:rPr>
              <a:t>The implementation of the Timetable and Workload Management System will significantly enhance the efficiency and transparency of the course allocation process. By streamlining workflows, enforcing timetable constraints, and providing robust reporting features, this system will ensure a fair and effective allocation of courses that meets the needs of faculty and students alike.</a:t>
            </a:r>
            <a:endParaRPr lang="en-US" sz="1600" b="0" strike="noStrike" spc="-1" dirty="0">
              <a:solidFill>
                <a:srgbClr val="000000"/>
              </a:solidFill>
              <a:latin typeface="OpenSymbol"/>
            </a:endParaRPr>
          </a:p>
        </p:txBody>
      </p:sp>
    </p:spTree>
  </p:cSld>
  <p:clrMapOvr>
    <a:masterClrMapping/>
  </p:clrMapOvr>
</p:sld>
</file>

<file path=ppt/theme/theme1.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127</TotalTime>
  <Words>1038</Words>
  <Application>Microsoft Office PowerPoint</Application>
  <PresentationFormat>On-screen Show (16:9)</PresentationFormat>
  <Paragraphs>106</Paragraphs>
  <Slides>24</Slides>
  <Notes>0</Notes>
  <HiddenSlides>0</HiddenSlides>
  <MMClips>0</MMClips>
  <ScaleCrop>false</ScaleCrop>
  <HeadingPairs>
    <vt:vector size="6" baseType="variant">
      <vt:variant>
        <vt:lpstr>Fonts Used</vt:lpstr>
      </vt:variant>
      <vt:variant>
        <vt:i4>8</vt:i4>
      </vt:variant>
      <vt:variant>
        <vt:lpstr>Theme</vt:lpstr>
      </vt:variant>
      <vt:variant>
        <vt:i4>12</vt:i4>
      </vt:variant>
      <vt:variant>
        <vt:lpstr>Slide Titles</vt:lpstr>
      </vt:variant>
      <vt:variant>
        <vt:i4>24</vt:i4>
      </vt:variant>
    </vt:vector>
  </HeadingPairs>
  <TitlesOfParts>
    <vt:vector size="44" baseType="lpstr">
      <vt:lpstr>Arial</vt:lpstr>
      <vt:lpstr>Montserrat</vt:lpstr>
      <vt:lpstr>Montserrat Medium</vt:lpstr>
      <vt:lpstr>Montserrat SemiBold</vt:lpstr>
      <vt:lpstr>OpenSymbol</vt:lpstr>
      <vt:lpstr>Symbol</vt:lpstr>
      <vt:lpstr>Vidaloka</vt:lpstr>
      <vt:lpstr>Wingdings</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Minimalist Business Slides XL by Slidesgo</vt:lpstr>
      <vt:lpstr>Timetable and Workflow Management</vt:lpstr>
      <vt:lpstr>Introduction</vt:lpstr>
      <vt:lpstr>Objectives</vt:lpstr>
      <vt:lpstr>Elective Finalization and Preference Collection</vt:lpstr>
      <vt:lpstr>Fair and Transparent Course Allocation</vt:lpstr>
      <vt:lpstr>Lab Utilization and Timetable Planning</vt:lpstr>
      <vt:lpstr>Workload Calculation and Reporting</vt:lpstr>
      <vt:lpstr>Requirements</vt:lpstr>
      <vt:lpstr>Local server software</vt:lpstr>
      <vt:lpstr>Login roles and permissions</vt:lpstr>
      <vt:lpstr>Timetable constraints enforcement</vt:lpstr>
      <vt:lpstr>Workflow</vt:lpstr>
      <vt:lpstr>Course list finalization</vt:lpstr>
      <vt:lpstr>Faculty choice submission process</vt:lpstr>
      <vt:lpstr>Timetable generation with constraints</vt:lpstr>
      <vt:lpstr>04 Deliverables</vt:lpstr>
      <vt:lpstr>Electives final list report</vt:lpstr>
      <vt:lpstr>Class-wise timetable report</vt:lpstr>
      <vt:lpstr>Backup files for audits</vt:lpstr>
      <vt:lpstr>Features</vt:lpstr>
      <vt:lpstr>Dynamic course visibility</vt:lpstr>
      <vt:lpstr>Role-based access control</vt:lpstr>
      <vt:lpstr>Audit-ready report generation</vt:lpstr>
      <vt:lpstr>Conclusions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YAZHVENDHAN K M</dc:creator>
  <cp:lastModifiedBy>YAZHVENDHAN K M</cp:lastModifiedBy>
  <cp:revision>1</cp:revision>
  <dcterms:modified xsi:type="dcterms:W3CDTF">2025-06-03T18:50:25Z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2025-06-03T11:34:08Z</dcterms:created>
  <dc:creator>Unknown Creator</dc:creator>
  <dc:description/>
  <dc:language>en-US</dc:language>
  <cp:lastModifiedBy>Unknown Creator</cp:lastModifiedBy>
  <dcterms:modified xsi:type="dcterms:W3CDTF">2025-06-03T11:34:08Z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25</vt:r8>
  </property>
</Properties>
</file>